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9"/>
  </p:notesMasterIdLst>
  <p:sldIdLst>
    <p:sldId id="261" r:id="rId2"/>
    <p:sldId id="265" r:id="rId3"/>
    <p:sldId id="271" r:id="rId4"/>
    <p:sldId id="266" r:id="rId5"/>
    <p:sldId id="268" r:id="rId6"/>
    <p:sldId id="267" r:id="rId7"/>
    <p:sldId id="269" r:id="rId8"/>
    <p:sldId id="283" r:id="rId9"/>
    <p:sldId id="279" r:id="rId10"/>
    <p:sldId id="280" r:id="rId11"/>
    <p:sldId id="272" r:id="rId12"/>
    <p:sldId id="274" r:id="rId13"/>
    <p:sldId id="277" r:id="rId14"/>
    <p:sldId id="281" r:id="rId15"/>
    <p:sldId id="282" r:id="rId16"/>
    <p:sldId id="273" r:id="rId17"/>
    <p:sldId id="26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8D531D-A3AB-4422-99DE-C05FB05BF983}" v="33" dt="2026-07-14T13:30:04.9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080" autoAdjust="0"/>
  </p:normalViewPr>
  <p:slideViewPr>
    <p:cSldViewPr snapToGrid="0">
      <p:cViewPr varScale="1">
        <p:scale>
          <a:sx n="70" d="100"/>
          <a:sy n="70" d="100"/>
        </p:scale>
        <p:origin x="53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ani Pendli" userId="3a5248aa27648f3b" providerId="LiveId" clId="{12CCCA94-651B-4146-B9E6-70E53390DA12}"/>
    <pc:docChg chg="custSel addSld delSld modSld">
      <pc:chgData name="Pavani Pendli" userId="3a5248aa27648f3b" providerId="LiveId" clId="{12CCCA94-651B-4146-B9E6-70E53390DA12}" dt="2026-07-14T14:18:02.327" v="1487" actId="14100"/>
      <pc:docMkLst>
        <pc:docMk/>
      </pc:docMkLst>
      <pc:sldChg chg="modSp mod">
        <pc:chgData name="Pavani Pendli" userId="3a5248aa27648f3b" providerId="LiveId" clId="{12CCCA94-651B-4146-B9E6-70E53390DA12}" dt="2026-07-14T12:59:33.160" v="976" actId="20577"/>
        <pc:sldMkLst>
          <pc:docMk/>
          <pc:sldMk cId="3364838070" sldId="261"/>
        </pc:sldMkLst>
        <pc:spChg chg="mod">
          <ac:chgData name="Pavani Pendli" userId="3a5248aa27648f3b" providerId="LiveId" clId="{12CCCA94-651B-4146-B9E6-70E53390DA12}" dt="2026-07-14T12:59:33.160" v="976" actId="20577"/>
          <ac:spMkLst>
            <pc:docMk/>
            <pc:sldMk cId="3364838070" sldId="261"/>
            <ac:spMk id="2" creationId="{D6A7DFAB-946D-4828-BEB0-01F20722E9B4}"/>
          </ac:spMkLst>
        </pc:spChg>
      </pc:sldChg>
      <pc:sldChg chg="modSp mod">
        <pc:chgData name="Pavani Pendli" userId="3a5248aa27648f3b" providerId="LiveId" clId="{12CCCA94-651B-4146-B9E6-70E53390DA12}" dt="2026-07-14T14:10:01.606" v="1470" actId="20577"/>
        <pc:sldMkLst>
          <pc:docMk/>
          <pc:sldMk cId="264761966" sldId="266"/>
        </pc:sldMkLst>
        <pc:spChg chg="mod">
          <ac:chgData name="Pavani Pendli" userId="3a5248aa27648f3b" providerId="LiveId" clId="{12CCCA94-651B-4146-B9E6-70E53390DA12}" dt="2026-07-14T14:10:01.606" v="1470" actId="20577"/>
          <ac:spMkLst>
            <pc:docMk/>
            <pc:sldMk cId="264761966" sldId="266"/>
            <ac:spMk id="4" creationId="{96CACFEF-BBE5-D5A0-B853-6301EDE7E4D9}"/>
          </ac:spMkLst>
        </pc:spChg>
      </pc:sldChg>
      <pc:sldChg chg="modSp mod">
        <pc:chgData name="Pavani Pendli" userId="3a5248aa27648f3b" providerId="LiveId" clId="{12CCCA94-651B-4146-B9E6-70E53390DA12}" dt="2026-07-14T13:55:52.729" v="1353" actId="20577"/>
        <pc:sldMkLst>
          <pc:docMk/>
          <pc:sldMk cId="1081129542" sldId="267"/>
        </pc:sldMkLst>
        <pc:spChg chg="mod">
          <ac:chgData name="Pavani Pendli" userId="3a5248aa27648f3b" providerId="LiveId" clId="{12CCCA94-651B-4146-B9E6-70E53390DA12}" dt="2026-07-14T13:55:52.729" v="1353" actId="20577"/>
          <ac:spMkLst>
            <pc:docMk/>
            <pc:sldMk cId="1081129542" sldId="267"/>
            <ac:spMk id="4" creationId="{2F7518DB-D0CB-2B8D-9191-ED30DC642CCF}"/>
          </ac:spMkLst>
        </pc:spChg>
      </pc:sldChg>
      <pc:sldChg chg="modSp mod">
        <pc:chgData name="Pavani Pendli" userId="3a5248aa27648f3b" providerId="LiveId" clId="{12CCCA94-651B-4146-B9E6-70E53390DA12}" dt="2026-07-14T13:55:18.894" v="1310" actId="20577"/>
        <pc:sldMkLst>
          <pc:docMk/>
          <pc:sldMk cId="3790907784" sldId="268"/>
        </pc:sldMkLst>
        <pc:spChg chg="mod">
          <ac:chgData name="Pavani Pendli" userId="3a5248aa27648f3b" providerId="LiveId" clId="{12CCCA94-651B-4146-B9E6-70E53390DA12}" dt="2026-07-14T13:55:18.894" v="1310" actId="20577"/>
          <ac:spMkLst>
            <pc:docMk/>
            <pc:sldMk cId="3790907784" sldId="268"/>
            <ac:spMk id="6" creationId="{E5354F1E-B9E8-8471-DC2F-6DA6C2ADF1FC}"/>
          </ac:spMkLst>
        </pc:spChg>
      </pc:sldChg>
      <pc:sldChg chg="modSp mod">
        <pc:chgData name="Pavani Pendli" userId="3a5248aa27648f3b" providerId="LiveId" clId="{12CCCA94-651B-4146-B9E6-70E53390DA12}" dt="2026-07-14T13:56:43.229" v="1426" actId="20577"/>
        <pc:sldMkLst>
          <pc:docMk/>
          <pc:sldMk cId="258599844" sldId="269"/>
        </pc:sldMkLst>
        <pc:spChg chg="mod">
          <ac:chgData name="Pavani Pendli" userId="3a5248aa27648f3b" providerId="LiveId" clId="{12CCCA94-651B-4146-B9E6-70E53390DA12}" dt="2026-07-14T13:56:43.229" v="1426" actId="20577"/>
          <ac:spMkLst>
            <pc:docMk/>
            <pc:sldMk cId="258599844" sldId="269"/>
            <ac:spMk id="4" creationId="{F3D15BDD-F705-2119-57E1-8A7FF49226EE}"/>
          </ac:spMkLst>
        </pc:spChg>
      </pc:sldChg>
      <pc:sldChg chg="modSp mod">
        <pc:chgData name="Pavani Pendli" userId="3a5248aa27648f3b" providerId="LiveId" clId="{12CCCA94-651B-4146-B9E6-70E53390DA12}" dt="2026-07-14T13:57:11.054" v="1431" actId="20577"/>
        <pc:sldMkLst>
          <pc:docMk/>
          <pc:sldMk cId="1964252981" sldId="271"/>
        </pc:sldMkLst>
        <pc:spChg chg="mod">
          <ac:chgData name="Pavani Pendli" userId="3a5248aa27648f3b" providerId="LiveId" clId="{12CCCA94-651B-4146-B9E6-70E53390DA12}" dt="2026-07-14T13:57:11.054" v="1431" actId="20577"/>
          <ac:spMkLst>
            <pc:docMk/>
            <pc:sldMk cId="1964252981" sldId="271"/>
            <ac:spMk id="7" creationId="{034A8BE0-69D8-47AA-8833-AB929E7FC838}"/>
          </ac:spMkLst>
        </pc:spChg>
      </pc:sldChg>
      <pc:sldChg chg="modSp mod">
        <pc:chgData name="Pavani Pendli" userId="3a5248aa27648f3b" providerId="LiveId" clId="{12CCCA94-651B-4146-B9E6-70E53390DA12}" dt="2026-07-14T13:28:26.008" v="1103" actId="20577"/>
        <pc:sldMkLst>
          <pc:docMk/>
          <pc:sldMk cId="545766775" sldId="272"/>
        </pc:sldMkLst>
        <pc:spChg chg="mod">
          <ac:chgData name="Pavani Pendli" userId="3a5248aa27648f3b" providerId="LiveId" clId="{12CCCA94-651B-4146-B9E6-70E53390DA12}" dt="2026-07-14T13:28:26.008" v="1103" actId="20577"/>
          <ac:spMkLst>
            <pc:docMk/>
            <pc:sldMk cId="545766775" sldId="272"/>
            <ac:spMk id="4" creationId="{1D01EE2E-D396-0B2C-249B-BB6557787650}"/>
          </ac:spMkLst>
        </pc:spChg>
      </pc:sldChg>
      <pc:sldChg chg="modSp mod">
        <pc:chgData name="Pavani Pendli" userId="3a5248aa27648f3b" providerId="LiveId" clId="{12CCCA94-651B-4146-B9E6-70E53390DA12}" dt="2026-07-14T14:07:54.350" v="1458" actId="20577"/>
        <pc:sldMkLst>
          <pc:docMk/>
          <pc:sldMk cId="883073432" sldId="273"/>
        </pc:sldMkLst>
        <pc:spChg chg="mod">
          <ac:chgData name="Pavani Pendli" userId="3a5248aa27648f3b" providerId="LiveId" clId="{12CCCA94-651B-4146-B9E6-70E53390DA12}" dt="2026-07-14T14:07:54.350" v="1458" actId="20577"/>
          <ac:spMkLst>
            <pc:docMk/>
            <pc:sldMk cId="883073432" sldId="273"/>
            <ac:spMk id="4" creationId="{C44CF5C1-5CB2-DFB6-5148-5C5624D377DE}"/>
          </ac:spMkLst>
        </pc:spChg>
      </pc:sldChg>
      <pc:sldChg chg="addSp delSp modSp mod">
        <pc:chgData name="Pavani Pendli" userId="3a5248aa27648f3b" providerId="LiveId" clId="{12CCCA94-651B-4146-B9E6-70E53390DA12}" dt="2026-07-14T11:28:25.940" v="869" actId="14100"/>
        <pc:sldMkLst>
          <pc:docMk/>
          <pc:sldMk cId="3769571607" sldId="274"/>
        </pc:sldMkLst>
        <pc:spChg chg="add del mod">
          <ac:chgData name="Pavani Pendli" userId="3a5248aa27648f3b" providerId="LiveId" clId="{12CCCA94-651B-4146-B9E6-70E53390DA12}" dt="2026-07-14T09:37:57.114" v="658"/>
          <ac:spMkLst>
            <pc:docMk/>
            <pc:sldMk cId="3769571607" sldId="274"/>
            <ac:spMk id="5" creationId="{90486664-0AAE-959E-218A-300D76F0789C}"/>
          </ac:spMkLst>
        </pc:spChg>
        <pc:picChg chg="del">
          <ac:chgData name="Pavani Pendli" userId="3a5248aa27648f3b" providerId="LiveId" clId="{12CCCA94-651B-4146-B9E6-70E53390DA12}" dt="2026-07-14T09:36:40.193" v="602" actId="478"/>
          <ac:picMkLst>
            <pc:docMk/>
            <pc:sldMk cId="3769571607" sldId="274"/>
            <ac:picMk id="4" creationId="{C0F551E5-5575-2CB9-7EC5-2C6134B036C0}"/>
          </ac:picMkLst>
        </pc:picChg>
        <pc:picChg chg="del">
          <ac:chgData name="Pavani Pendli" userId="3a5248aa27648f3b" providerId="LiveId" clId="{12CCCA94-651B-4146-B9E6-70E53390DA12}" dt="2026-07-14T09:37:57.098" v="656" actId="478"/>
          <ac:picMkLst>
            <pc:docMk/>
            <pc:sldMk cId="3769571607" sldId="274"/>
            <ac:picMk id="6" creationId="{0452967E-FBB5-4CBB-E3ED-4ABD111D1351}"/>
          </ac:picMkLst>
        </pc:picChg>
        <pc:picChg chg="add mod">
          <ac:chgData name="Pavani Pendli" userId="3a5248aa27648f3b" providerId="LiveId" clId="{12CCCA94-651B-4146-B9E6-70E53390DA12}" dt="2026-07-14T11:28:25.940" v="869" actId="14100"/>
          <ac:picMkLst>
            <pc:docMk/>
            <pc:sldMk cId="3769571607" sldId="274"/>
            <ac:picMk id="7" creationId="{9B9A299F-4652-2E4F-21EC-3E3BF1206F41}"/>
          </ac:picMkLst>
        </pc:picChg>
        <pc:picChg chg="add del mod">
          <ac:chgData name="Pavani Pendli" userId="3a5248aa27648f3b" providerId="LiveId" clId="{12CCCA94-651B-4146-B9E6-70E53390DA12}" dt="2026-07-14T09:38:46.145" v="664" actId="478"/>
          <ac:picMkLst>
            <pc:docMk/>
            <pc:sldMk cId="3769571607" sldId="274"/>
            <ac:picMk id="9" creationId="{36D755F2-71B8-392A-DD24-8955B3B2FFD8}"/>
          </ac:picMkLst>
        </pc:picChg>
      </pc:sldChg>
      <pc:sldChg chg="addSp delSp modSp mod">
        <pc:chgData name="Pavani Pendli" userId="3a5248aa27648f3b" providerId="LiveId" clId="{12CCCA94-651B-4146-B9E6-70E53390DA12}" dt="2026-07-14T11:27:29.337" v="859" actId="1076"/>
        <pc:sldMkLst>
          <pc:docMk/>
          <pc:sldMk cId="2095859183" sldId="277"/>
        </pc:sldMkLst>
        <pc:picChg chg="del">
          <ac:chgData name="Pavani Pendli" userId="3a5248aa27648f3b" providerId="LiveId" clId="{12CCCA94-651B-4146-B9E6-70E53390DA12}" dt="2026-07-14T09:39:15.499" v="670" actId="478"/>
          <ac:picMkLst>
            <pc:docMk/>
            <pc:sldMk cId="2095859183" sldId="277"/>
            <ac:picMk id="4" creationId="{BFE75FF3-914B-FA76-0711-CA93AB861A1F}"/>
          </ac:picMkLst>
        </pc:picChg>
        <pc:picChg chg="add mod">
          <ac:chgData name="Pavani Pendli" userId="3a5248aa27648f3b" providerId="LiveId" clId="{12CCCA94-651B-4146-B9E6-70E53390DA12}" dt="2026-07-14T11:27:29.337" v="859" actId="1076"/>
          <ac:picMkLst>
            <pc:docMk/>
            <pc:sldMk cId="2095859183" sldId="277"/>
            <ac:picMk id="5" creationId="{7B4ED53C-ECC4-FA86-AF0B-C853BA40295F}"/>
          </ac:picMkLst>
        </pc:picChg>
        <pc:picChg chg="del">
          <ac:chgData name="Pavani Pendli" userId="3a5248aa27648f3b" providerId="LiveId" clId="{12CCCA94-651B-4146-B9E6-70E53390DA12}" dt="2026-07-14T09:39:13.798" v="669" actId="478"/>
          <ac:picMkLst>
            <pc:docMk/>
            <pc:sldMk cId="2095859183" sldId="277"/>
            <ac:picMk id="6" creationId="{395243AD-3D18-FC98-6D66-FE26ED00FF4C}"/>
          </ac:picMkLst>
        </pc:picChg>
      </pc:sldChg>
      <pc:sldChg chg="add del">
        <pc:chgData name="Pavani Pendli" userId="3a5248aa27648f3b" providerId="LiveId" clId="{12CCCA94-651B-4146-B9E6-70E53390DA12}" dt="2026-07-14T09:48:45.897" v="741" actId="2696"/>
        <pc:sldMkLst>
          <pc:docMk/>
          <pc:sldMk cId="371883264" sldId="278"/>
        </pc:sldMkLst>
      </pc:sldChg>
      <pc:sldChg chg="modSp del mod">
        <pc:chgData name="Pavani Pendli" userId="3a5248aa27648f3b" providerId="LiveId" clId="{12CCCA94-651B-4146-B9E6-70E53390DA12}" dt="2026-07-14T09:48:24.875" v="738" actId="2696"/>
        <pc:sldMkLst>
          <pc:docMk/>
          <pc:sldMk cId="1461263231" sldId="278"/>
        </pc:sldMkLst>
        <pc:spChg chg="mod">
          <ac:chgData name="Pavani Pendli" userId="3a5248aa27648f3b" providerId="LiveId" clId="{12CCCA94-651B-4146-B9E6-70E53390DA12}" dt="2026-07-14T09:46:39.232" v="733" actId="20577"/>
          <ac:spMkLst>
            <pc:docMk/>
            <pc:sldMk cId="1461263231" sldId="278"/>
            <ac:spMk id="2" creationId="{2A86D434-F103-4864-FC33-4A2AB7BD80D9}"/>
          </ac:spMkLst>
        </pc:spChg>
        <pc:spChg chg="mod">
          <ac:chgData name="Pavani Pendli" userId="3a5248aa27648f3b" providerId="LiveId" clId="{12CCCA94-651B-4146-B9E6-70E53390DA12}" dt="2026-07-14T09:47:23.786" v="737" actId="5793"/>
          <ac:spMkLst>
            <pc:docMk/>
            <pc:sldMk cId="1461263231" sldId="278"/>
            <ac:spMk id="6" creationId="{A0319A55-5D58-04B5-F6CB-70EE4ABF2300}"/>
          </ac:spMkLst>
        </pc:spChg>
      </pc:sldChg>
      <pc:sldChg chg="addSp delSp modSp mod">
        <pc:chgData name="Pavani Pendli" userId="3a5248aa27648f3b" providerId="LiveId" clId="{12CCCA94-651B-4146-B9E6-70E53390DA12}" dt="2026-07-14T13:40:13.298" v="1132" actId="14100"/>
        <pc:sldMkLst>
          <pc:docMk/>
          <pc:sldMk cId="3695505533" sldId="279"/>
        </pc:sldMkLst>
        <pc:picChg chg="add mod">
          <ac:chgData name="Pavani Pendli" userId="3a5248aa27648f3b" providerId="LiveId" clId="{12CCCA94-651B-4146-B9E6-70E53390DA12}" dt="2026-07-14T13:40:13.298" v="1132" actId="14100"/>
          <ac:picMkLst>
            <pc:docMk/>
            <pc:sldMk cId="3695505533" sldId="279"/>
            <ac:picMk id="4" creationId="{1CB16862-EA5E-1290-A22A-09CC9418D8FA}"/>
          </ac:picMkLst>
        </pc:picChg>
        <pc:picChg chg="del">
          <ac:chgData name="Pavani Pendli" userId="3a5248aa27648f3b" providerId="LiveId" clId="{12CCCA94-651B-4146-B9E6-70E53390DA12}" dt="2026-07-14T13:39:51.475" v="1124" actId="478"/>
          <ac:picMkLst>
            <pc:docMk/>
            <pc:sldMk cId="3695505533" sldId="279"/>
            <ac:picMk id="16" creationId="{28C7C605-F5F4-B31A-72F8-AEE255B90B6C}"/>
          </ac:picMkLst>
        </pc:picChg>
      </pc:sldChg>
      <pc:sldChg chg="addSp delSp modSp mod">
        <pc:chgData name="Pavani Pendli" userId="3a5248aa27648f3b" providerId="LiveId" clId="{12CCCA94-651B-4146-B9E6-70E53390DA12}" dt="2026-07-14T14:18:02.327" v="1487" actId="14100"/>
        <pc:sldMkLst>
          <pc:docMk/>
          <pc:sldMk cId="3038631108" sldId="280"/>
        </pc:sldMkLst>
        <pc:picChg chg="del">
          <ac:chgData name="Pavani Pendli" userId="3a5248aa27648f3b" providerId="LiveId" clId="{12CCCA94-651B-4146-B9E6-70E53390DA12}" dt="2026-07-14T13:40:20.786" v="1133" actId="478"/>
          <ac:picMkLst>
            <pc:docMk/>
            <pc:sldMk cId="3038631108" sldId="280"/>
            <ac:picMk id="4" creationId="{8269FEFA-C309-4390-9727-CDFACD3F02AF}"/>
          </ac:picMkLst>
        </pc:picChg>
        <pc:picChg chg="add del mod">
          <ac:chgData name="Pavani Pendli" userId="3a5248aa27648f3b" providerId="LiveId" clId="{12CCCA94-651B-4146-B9E6-70E53390DA12}" dt="2026-07-14T14:13:52.303" v="1476" actId="478"/>
          <ac:picMkLst>
            <pc:docMk/>
            <pc:sldMk cId="3038631108" sldId="280"/>
            <ac:picMk id="4" creationId="{C4FBED7F-3227-8284-6876-4CF8E2A65462}"/>
          </ac:picMkLst>
        </pc:picChg>
        <pc:picChg chg="add del mod">
          <ac:chgData name="Pavani Pendli" userId="3a5248aa27648f3b" providerId="LiveId" clId="{12CCCA94-651B-4146-B9E6-70E53390DA12}" dt="2026-07-14T14:13:17.068" v="1471" actId="478"/>
          <ac:picMkLst>
            <pc:docMk/>
            <pc:sldMk cId="3038631108" sldId="280"/>
            <ac:picMk id="5" creationId="{73A25FA5-196D-F1A1-F3E2-16CAEC440824}"/>
          </ac:picMkLst>
        </pc:picChg>
        <pc:picChg chg="add mod">
          <ac:chgData name="Pavani Pendli" userId="3a5248aa27648f3b" providerId="LiveId" clId="{12CCCA94-651B-4146-B9E6-70E53390DA12}" dt="2026-07-14T14:18:02.327" v="1487" actId="14100"/>
          <ac:picMkLst>
            <pc:docMk/>
            <pc:sldMk cId="3038631108" sldId="280"/>
            <ac:picMk id="7" creationId="{398152A5-5DEA-F9E0-894E-6BFAD0AF196F}"/>
          </ac:picMkLst>
        </pc:picChg>
      </pc:sldChg>
      <pc:sldChg chg="addSp modSp new mod">
        <pc:chgData name="Pavani Pendli" userId="3a5248aa27648f3b" providerId="LiveId" clId="{12CCCA94-651B-4146-B9E6-70E53390DA12}" dt="2026-07-14T11:27:45.229" v="862" actId="14100"/>
        <pc:sldMkLst>
          <pc:docMk/>
          <pc:sldMk cId="3678167306" sldId="281"/>
        </pc:sldMkLst>
        <pc:spChg chg="mod">
          <ac:chgData name="Pavani Pendli" userId="3a5248aa27648f3b" providerId="LiveId" clId="{12CCCA94-651B-4146-B9E6-70E53390DA12}" dt="2026-07-14T09:42:59.616" v="693"/>
          <ac:spMkLst>
            <pc:docMk/>
            <pc:sldMk cId="3678167306" sldId="281"/>
            <ac:spMk id="2" creationId="{F080E347-DCDD-279B-216F-8BD6F00EC19F}"/>
          </ac:spMkLst>
        </pc:spChg>
        <pc:picChg chg="add mod">
          <ac:chgData name="Pavani Pendli" userId="3a5248aa27648f3b" providerId="LiveId" clId="{12CCCA94-651B-4146-B9E6-70E53390DA12}" dt="2026-07-14T11:27:45.229" v="862" actId="14100"/>
          <ac:picMkLst>
            <pc:docMk/>
            <pc:sldMk cId="3678167306" sldId="281"/>
            <ac:picMk id="4" creationId="{267ED8E2-4535-987F-95DC-DD9B86DFDBE0}"/>
          </ac:picMkLst>
        </pc:picChg>
      </pc:sldChg>
      <pc:sldChg chg="addSp modSp new mod">
        <pc:chgData name="Pavani Pendli" userId="3a5248aa27648f3b" providerId="LiveId" clId="{12CCCA94-651B-4146-B9E6-70E53390DA12}" dt="2026-07-14T11:28:00.690" v="865" actId="14100"/>
        <pc:sldMkLst>
          <pc:docMk/>
          <pc:sldMk cId="3259707324" sldId="282"/>
        </pc:sldMkLst>
        <pc:spChg chg="mod">
          <ac:chgData name="Pavani Pendli" userId="3a5248aa27648f3b" providerId="LiveId" clId="{12CCCA94-651B-4146-B9E6-70E53390DA12}" dt="2026-07-14T09:43:05.214" v="694"/>
          <ac:spMkLst>
            <pc:docMk/>
            <pc:sldMk cId="3259707324" sldId="282"/>
            <ac:spMk id="2" creationId="{A8A03A22-4C30-E4BF-88C2-3C8FF9FDE564}"/>
          </ac:spMkLst>
        </pc:spChg>
        <pc:picChg chg="add mod">
          <ac:chgData name="Pavani Pendli" userId="3a5248aa27648f3b" providerId="LiveId" clId="{12CCCA94-651B-4146-B9E6-70E53390DA12}" dt="2026-07-14T11:28:00.690" v="865" actId="14100"/>
          <ac:picMkLst>
            <pc:docMk/>
            <pc:sldMk cId="3259707324" sldId="282"/>
            <ac:picMk id="4" creationId="{858526EB-E2D3-61CF-CDD0-EBC7CD1A0063}"/>
          </ac:picMkLst>
        </pc:picChg>
      </pc:sldChg>
      <pc:sldChg chg="addSp delSp modSp new mod">
        <pc:chgData name="Pavani Pendli" userId="3a5248aa27648f3b" providerId="LiveId" clId="{12CCCA94-651B-4146-B9E6-70E53390DA12}" dt="2026-07-14T13:20:51.773" v="1066" actId="14100"/>
        <pc:sldMkLst>
          <pc:docMk/>
          <pc:sldMk cId="3629945408" sldId="283"/>
        </pc:sldMkLst>
        <pc:spChg chg="mod">
          <ac:chgData name="Pavani Pendli" userId="3a5248aa27648f3b" providerId="LiveId" clId="{12CCCA94-651B-4146-B9E6-70E53390DA12}" dt="2026-07-14T09:49:09.958" v="763" actId="20577"/>
          <ac:spMkLst>
            <pc:docMk/>
            <pc:sldMk cId="3629945408" sldId="283"/>
            <ac:spMk id="2" creationId="{0F731D5C-2D5B-FC3E-0E94-3CBD210B819D}"/>
          </ac:spMkLst>
        </pc:spChg>
        <pc:spChg chg="add del mod">
          <ac:chgData name="Pavani Pendli" userId="3a5248aa27648f3b" providerId="LiveId" clId="{12CCCA94-651B-4146-B9E6-70E53390DA12}" dt="2026-07-14T13:18:00.848" v="1048"/>
          <ac:spMkLst>
            <pc:docMk/>
            <pc:sldMk cId="3629945408" sldId="283"/>
            <ac:spMk id="4" creationId="{89940ED5-C333-7AC6-E9A0-7CF3BFECF884}"/>
          </ac:spMkLst>
        </pc:spChg>
        <pc:spChg chg="add mod">
          <ac:chgData name="Pavani Pendli" userId="3a5248aa27648f3b" providerId="LiveId" clId="{12CCCA94-651B-4146-B9E6-70E53390DA12}" dt="2026-07-14T13:20:51.773" v="1066" actId="14100"/>
          <ac:spMkLst>
            <pc:docMk/>
            <pc:sldMk cId="3629945408" sldId="283"/>
            <ac:spMk id="5" creationId="{D2E95028-EFF9-3E90-42AA-2EFB88A7618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D0E4D2-CB12-4A16-8D37-395B96B33423}" type="datetimeFigureOut">
              <a:rPr lang="en-IN" smtClean="0"/>
              <a:t>14-07-2026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8C78C3-E3DC-4242-8750-702ADF49C099}" type="slidenum">
              <a:rPr lang="en-IN" smtClean="0"/>
              <a:t>‹#›</a:t>
            </a:fld>
            <a:endParaRPr lang="en-IN"/>
          </a:p>
        </p:txBody>
      </p:sp>
    </p:spTree>
    <p:extLst>
      <p:ext uri="{BB962C8B-B14F-4D97-AF65-F5344CB8AC3E}">
        <p14:creationId xmlns:p14="http://schemas.microsoft.com/office/powerpoint/2010/main" val="180445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98C78C3-E3DC-4242-8750-702ADF49C099}" type="slidenum">
              <a:rPr lang="en-IN" smtClean="0"/>
              <a:t>3</a:t>
            </a:fld>
            <a:endParaRPr lang="en-IN"/>
          </a:p>
        </p:txBody>
      </p:sp>
    </p:spTree>
    <p:extLst>
      <p:ext uri="{BB962C8B-B14F-4D97-AF65-F5344CB8AC3E}">
        <p14:creationId xmlns:p14="http://schemas.microsoft.com/office/powerpoint/2010/main" val="3228164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371601"/>
            <a:ext cx="10464800" cy="1927225"/>
          </a:xfrm>
        </p:spPr>
        <p:txBody>
          <a:bodyPr anchor="b">
            <a:noAutofit/>
          </a:bodyPr>
          <a:lstStyle>
            <a:lvl1pPr>
              <a:defRPr sz="5400" cap="all" baseline="0"/>
            </a:lvl1pPr>
          </a:lstStyle>
          <a:p>
            <a:r>
              <a:rPr lang="en-US"/>
              <a:t>Click to edit Master title style</a:t>
            </a:r>
            <a:endParaRPr lang="en-US" dirty="0"/>
          </a:p>
        </p:txBody>
      </p:sp>
      <p:sp>
        <p:nvSpPr>
          <p:cNvPr id="3" name="Subtitle 2"/>
          <p:cNvSpPr>
            <a:spLocks noGrp="1"/>
          </p:cNvSpPr>
          <p:nvPr>
            <p:ph type="subTitle" idx="1"/>
          </p:nvPr>
        </p:nvSpPr>
        <p:spPr>
          <a:xfrm>
            <a:off x="914400" y="3505200"/>
            <a:ext cx="8534400" cy="175260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8" name="Straight Connector 7"/>
          <p:cNvCxnSpPr/>
          <p:nvPr/>
        </p:nvCxnSpPr>
        <p:spPr>
          <a:xfrm>
            <a:off x="914400" y="3398520"/>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2362201"/>
            <a:ext cx="10363200" cy="2200275"/>
          </a:xfrm>
        </p:spPr>
        <p:txBody>
          <a:bodyPr anchor="b">
            <a:normAutofit/>
          </a:bodyPr>
          <a:lstStyle>
            <a:lvl1pPr algn="l">
              <a:defRPr sz="4800" b="0" cap="all"/>
            </a:lvl1pPr>
          </a:lstStyle>
          <a:p>
            <a:r>
              <a:rPr lang="en-US"/>
              <a:t>Click to edit Master title style</a:t>
            </a:r>
            <a:endParaRPr lang="en-US" dirty="0"/>
          </a:p>
        </p:txBody>
      </p:sp>
      <p:sp>
        <p:nvSpPr>
          <p:cNvPr id="3" name="Text Placeholder 2"/>
          <p:cNvSpPr>
            <a:spLocks noGrp="1"/>
          </p:cNvSpPr>
          <p:nvPr>
            <p:ph type="body" idx="1"/>
          </p:nvPr>
        </p:nvSpPr>
        <p:spPr>
          <a:xfrm>
            <a:off x="963084" y="4626865"/>
            <a:ext cx="10363200" cy="1500187"/>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3A6A79-D85F-4D25-B5FC-3B5D6704A7FD}"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cxnSp>
        <p:nvCxnSpPr>
          <p:cNvPr id="7" name="Straight Connector 6"/>
          <p:cNvCxnSpPr/>
          <p:nvPr/>
        </p:nvCxnSpPr>
        <p:spPr>
          <a:xfrm>
            <a:off x="975360" y="4599432"/>
            <a:ext cx="1046480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73352"/>
            <a:ext cx="5384800" cy="471830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3A6A79-D85F-4D25-B5FC-3B5D6704A7FD}"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60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39840" y="1676400"/>
            <a:ext cx="5242560" cy="63976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39840" y="2438400"/>
            <a:ext cx="524256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3A6A79-D85F-4D25-B5FC-3B5D6704A7FD}" type="datetimeFigureOut">
              <a:rPr lang="en-IN" smtClean="0"/>
              <a:t>14-07-2026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B3DA358-1224-4AAF-A557-330CB2F189CB}" type="slidenum">
              <a:rPr lang="en-IN" smtClean="0"/>
              <a:t>‹#›</a:t>
            </a:fld>
            <a:endParaRPr lang="en-IN"/>
          </a:p>
        </p:txBody>
      </p:sp>
      <p:cxnSp>
        <p:nvCxnSpPr>
          <p:cNvPr id="11" name="Straight Connector 10"/>
          <p:cNvCxnSpPr/>
          <p:nvPr/>
        </p:nvCxnSpPr>
        <p:spPr>
          <a:xfrm rot="5400000">
            <a:off x="3741949" y="4045691"/>
            <a:ext cx="4709160" cy="1059"/>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3A6A79-D85F-4D25-B5FC-3B5D6704A7FD}" type="datetimeFigureOut">
              <a:rPr lang="en-IN" smtClean="0"/>
              <a:t>14-07-2026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3A6A79-D85F-4D25-B5FC-3B5D6704A7FD}" type="datetimeFigureOut">
              <a:rPr lang="en-IN" smtClean="0"/>
              <a:t>14-07-2026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080"/>
            <a:ext cx="2852928" cy="1261872"/>
          </a:xfrm>
        </p:spPr>
        <p:txBody>
          <a:bodyPr anchor="b">
            <a:no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962400" y="792080"/>
            <a:ext cx="7620000" cy="55778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1" y="2130553"/>
            <a:ext cx="2852928" cy="424361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cxnSp>
        <p:nvCxnSpPr>
          <p:cNvPr id="9" name="Straight Connector 8"/>
          <p:cNvCxnSpPr/>
          <p:nvPr/>
        </p:nvCxnSpPr>
        <p:spPr>
          <a:xfrm rot="5400000">
            <a:off x="912152" y="3579942"/>
            <a:ext cx="5577840" cy="2117"/>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792480"/>
            <a:ext cx="2856907" cy="1264920"/>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p:cNvSpPr>
          <p:nvPr>
            <p:ph type="pic" idx="1"/>
          </p:nvPr>
        </p:nvSpPr>
        <p:spPr>
          <a:xfrm>
            <a:off x="3811480" y="838201"/>
            <a:ext cx="7872520" cy="5500456"/>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09600" y="2133600"/>
            <a:ext cx="2852928" cy="424281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3A6A79-D85F-4D25-B5FC-3B5D6704A7FD}"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13A6A79-D85F-4D25-B5FC-3B5D6704A7FD}"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609600"/>
            <a:ext cx="2743200" cy="5867400"/>
          </a:xfrm>
        </p:spPr>
        <p:txBody>
          <a:bodyPr vert="eaVert" anchor="b"/>
          <a:lstStyle/>
          <a:p>
            <a:r>
              <a:rPr lang="en-US"/>
              <a:t>Click to edit Master title style</a:t>
            </a:r>
            <a:endParaRPr lang="en-US" dirty="0"/>
          </a:p>
        </p:txBody>
      </p:sp>
      <p:sp>
        <p:nvSpPr>
          <p:cNvPr id="3" name="Vertical Text Placeholder 2"/>
          <p:cNvSpPr>
            <a:spLocks noGrp="1"/>
          </p:cNvSpPr>
          <p:nvPr>
            <p:ph type="body" orient="vert" idx="1"/>
          </p:nvPr>
        </p:nvSpPr>
        <p:spPr>
          <a:xfrm>
            <a:off x="609600" y="609600"/>
            <a:ext cx="80264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3A6A79-D85F-4D25-B5FC-3B5D6704A7FD}"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B3DA358-1224-4AAF-A557-330CB2F189CB}"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220786"/>
            <a:ext cx="12192000" cy="2286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09600" y="533400"/>
            <a:ext cx="10972800" cy="990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0"/>
            <a:ext cx="10972800" cy="4876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0" y="0"/>
            <a:ext cx="12192000" cy="3657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609600" y="18288"/>
            <a:ext cx="3860800" cy="329184"/>
          </a:xfrm>
          <a:prstGeom prst="rect">
            <a:avLst/>
          </a:prstGeom>
        </p:spPr>
        <p:txBody>
          <a:bodyPr vert="horz" lIns="91440" tIns="45720" rIns="91440" bIns="45720" rtlCol="0" anchor="ctr"/>
          <a:lstStyle>
            <a:lvl1pPr algn="l">
              <a:defRPr sz="1200">
                <a:solidFill>
                  <a:srgbClr val="FFFFFF"/>
                </a:solidFill>
              </a:defRPr>
            </a:lvl1pPr>
          </a:lstStyle>
          <a:p>
            <a:fld id="{413A6A79-D85F-4D25-B5FC-3B5D6704A7FD}" type="datetimeFigureOut">
              <a:rPr lang="en-IN" smtClean="0"/>
              <a:t>14-07-2026</a:t>
            </a:fld>
            <a:endParaRPr lang="en-IN"/>
          </a:p>
        </p:txBody>
      </p:sp>
      <p:sp>
        <p:nvSpPr>
          <p:cNvPr id="5" name="Footer Placeholder 4"/>
          <p:cNvSpPr>
            <a:spLocks noGrp="1"/>
          </p:cNvSpPr>
          <p:nvPr>
            <p:ph type="ftr" sz="quarter" idx="3"/>
          </p:nvPr>
        </p:nvSpPr>
        <p:spPr>
          <a:xfrm>
            <a:off x="4572000" y="18288"/>
            <a:ext cx="5486400" cy="329184"/>
          </a:xfrm>
          <a:prstGeom prst="rect">
            <a:avLst/>
          </a:prstGeom>
        </p:spPr>
        <p:txBody>
          <a:bodyPr vert="horz" lIns="91440" tIns="45720" rIns="91440" bIns="45720" rtlCol="0" anchor="ctr"/>
          <a:lstStyle>
            <a:lvl1pPr algn="ctr">
              <a:defRPr sz="1200">
                <a:solidFill>
                  <a:srgbClr val="FFFFFF"/>
                </a:solidFill>
              </a:defRPr>
            </a:lvl1pPr>
          </a:lstStyle>
          <a:p>
            <a:endParaRPr lang="en-IN"/>
          </a:p>
        </p:txBody>
      </p:sp>
      <p:sp>
        <p:nvSpPr>
          <p:cNvPr id="6" name="Slide Number Placeholder 5"/>
          <p:cNvSpPr>
            <a:spLocks noGrp="1"/>
          </p:cNvSpPr>
          <p:nvPr>
            <p:ph type="sldNum" sz="quarter" idx="4"/>
          </p:nvPr>
        </p:nvSpPr>
        <p:spPr>
          <a:xfrm>
            <a:off x="10160000" y="18288"/>
            <a:ext cx="1422400" cy="329184"/>
          </a:xfrm>
          <a:prstGeom prst="rect">
            <a:avLst/>
          </a:prstGeom>
        </p:spPr>
        <p:txBody>
          <a:bodyPr vert="horz" lIns="91440" tIns="45720" rIns="91440" bIns="45720" rtlCol="0" anchor="ctr"/>
          <a:lstStyle>
            <a:lvl1pPr algn="l">
              <a:defRPr sz="1400" b="1">
                <a:solidFill>
                  <a:srgbClr val="FFFFFF"/>
                </a:solidFill>
              </a:defRPr>
            </a:lvl1pPr>
          </a:lstStyle>
          <a:p>
            <a:fld id="{9B3DA358-1224-4AAF-A557-330CB2F189CB}"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mallareddyuniversity.ac.in/" TargetMode="External"/><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7DFAB-946D-4828-BEB0-01F20722E9B4}"/>
              </a:ext>
            </a:extLst>
          </p:cNvPr>
          <p:cNvSpPr>
            <a:spLocks noGrp="1"/>
          </p:cNvSpPr>
          <p:nvPr>
            <p:ph type="title"/>
          </p:nvPr>
        </p:nvSpPr>
        <p:spPr>
          <a:xfrm>
            <a:off x="92597" y="97654"/>
            <a:ext cx="12014522" cy="6661960"/>
          </a:xfrm>
        </p:spPr>
        <p:txBody>
          <a:bodyPr>
            <a:normAutofit/>
          </a:bodyPr>
          <a:lstStyle/>
          <a:p>
            <a:pPr marR="441960">
              <a:spcBef>
                <a:spcPts val="445"/>
              </a:spcBef>
              <a:spcAft>
                <a:spcPts val="0"/>
              </a:spcAft>
            </a:pPr>
            <a:r>
              <a:rPr lang="en-US"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1800"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br>
              <a:rPr lang="en-IN" sz="1800" b="1"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br>
              <a:rPr lang="en-IN" sz="2000" b="1" cap="none" dirty="0">
                <a:solidFill>
                  <a:schemeClr val="tx1"/>
                </a:solidFill>
                <a:effectLst/>
                <a:latin typeface="Calibri" panose="020F0502020204030204" pitchFamily="34" charset="0"/>
                <a:ea typeface="Times New Roman" panose="02020603050405020304" pitchFamily="18" charset="0"/>
                <a:cs typeface="Calibri" panose="020F0502020204030204" pitchFamily="34" charset="0"/>
              </a:rPr>
            </a:br>
            <a:r>
              <a:rPr lang="en-IN" sz="2000" b="1" dirty="0">
                <a:solidFill>
                  <a:schemeClr val="tx1"/>
                </a:solidFill>
                <a:latin typeface="Calibri" panose="020F0502020204030204" pitchFamily="34" charset="0"/>
                <a:ea typeface="Times New Roman" panose="02020603050405020304" pitchFamily="18" charset="0"/>
                <a:cs typeface="Calibri" panose="020F0502020204030204" pitchFamily="34" charset="0"/>
              </a:rPr>
              <a:t>				</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Department of Computer Science </a:t>
            </a:r>
            <a:r>
              <a:rPr lang="en-US" sz="1800" b="1" dirty="0">
                <a:solidFill>
                  <a:srgbClr val="FF0000"/>
                </a:solidFill>
                <a:latin typeface="Times New Roman" panose="02020603050405020304" pitchFamily="18" charset="0"/>
                <a:ea typeface="Times New Roman" panose="02020603050405020304" pitchFamily="18" charset="0"/>
                <a:cs typeface="Times New Roman" panose="02020603050405020304" pitchFamily="18" charset="0"/>
              </a:rPr>
              <a:t>&amp;</a:t>
            </a:r>
            <a: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t> Engineering</a:t>
            </a:r>
            <a:br>
              <a:rPr lang="en-US" sz="1800" b="1" cap="none"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r>
              <a:rPr lang="en-US"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SCHOOL MANAGEMENT SYSTEM</a:t>
            </a:r>
            <a:br>
              <a:rPr lang="en-US"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8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1. 2411CS010673(P. HARI KRISHNA)</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2. 2411CS010703(L.SHIVA NAGA SAI)</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3. 2411CS010704(K.ANIRUTH)</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4. 2411CS010709(P.PAVANI)</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5. 2411CS010719(K.VIJAY KUMAR)</a:t>
            </a: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b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br>
            <a:r>
              <a:rPr lang="en-IN" sz="18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rPr>
              <a:t>		</a:t>
            </a:r>
            <a:br>
              <a:rPr lang="en-IN" sz="20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20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IN" sz="16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IN" sz="1600" b="1" cap="none"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600" dirty="0">
              <a:solidFill>
                <a:schemeClr val="tx1"/>
              </a:solidFill>
              <a:latin typeface="Times New Roman" panose="02020603050405020304" pitchFamily="18" charset="0"/>
              <a:cs typeface="Times New Roman" panose="02020603050405020304" pitchFamily="18" charset="0"/>
            </a:endParaRPr>
          </a:p>
        </p:txBody>
      </p:sp>
      <p:pic>
        <p:nvPicPr>
          <p:cNvPr id="4" name="image1.png"/>
          <p:cNvPicPr/>
          <p:nvPr/>
        </p:nvPicPr>
        <p:blipFill>
          <a:blip r:embed="rId2" cstate="print"/>
          <a:stretch>
            <a:fillRect/>
          </a:stretch>
        </p:blipFill>
        <p:spPr>
          <a:xfrm>
            <a:off x="2707005" y="570229"/>
            <a:ext cx="6777990" cy="1145540"/>
          </a:xfrm>
          <a:prstGeom prst="rect">
            <a:avLst/>
          </a:prstGeom>
        </p:spPr>
      </p:pic>
      <p:sp>
        <p:nvSpPr>
          <p:cNvPr id="6" name="Text Box 6"/>
          <p:cNvSpPr txBox="1">
            <a:spLocks noChangeArrowheads="1"/>
          </p:cNvSpPr>
          <p:nvPr/>
        </p:nvSpPr>
        <p:spPr bwMode="auto">
          <a:xfrm>
            <a:off x="4564022" y="1429198"/>
            <a:ext cx="2753995" cy="357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6350" marR="6350" algn="ctr">
              <a:lnSpc>
                <a:spcPct val="115000"/>
              </a:lnSpc>
              <a:spcAft>
                <a:spcPts val="0"/>
              </a:spcAft>
            </a:pPr>
            <a:r>
              <a:rPr lang="en-IN" sz="950" spc="-5" dirty="0">
                <a:effectLst/>
                <a:latin typeface="Calibri"/>
                <a:ea typeface="Calibri"/>
                <a:cs typeface="Times New Roman"/>
              </a:rPr>
              <a:t>(</a:t>
            </a:r>
            <a:r>
              <a:rPr lang="en-IN" sz="900" b="1" spc="-5" dirty="0" err="1">
                <a:effectLst/>
                <a:latin typeface="Calibri"/>
                <a:ea typeface="Calibri"/>
                <a:cs typeface="Times New Roman"/>
              </a:rPr>
              <a:t>Telangana</a:t>
            </a:r>
            <a:r>
              <a:rPr lang="en-IN" sz="900" b="1" spc="-10" dirty="0">
                <a:effectLst/>
                <a:latin typeface="Calibri"/>
                <a:ea typeface="Calibri"/>
                <a:cs typeface="Times New Roman"/>
              </a:rPr>
              <a:t> </a:t>
            </a:r>
            <a:r>
              <a:rPr lang="en-IN" sz="900" b="1" dirty="0">
                <a:effectLst/>
                <a:latin typeface="Calibri"/>
                <a:ea typeface="Calibri"/>
                <a:cs typeface="Times New Roman"/>
              </a:rPr>
              <a:t>State</a:t>
            </a:r>
            <a:r>
              <a:rPr lang="en-IN" sz="900" b="1" spc="-30" dirty="0">
                <a:effectLst/>
                <a:latin typeface="Calibri"/>
                <a:ea typeface="Calibri"/>
                <a:cs typeface="Times New Roman"/>
              </a:rPr>
              <a:t> </a:t>
            </a:r>
            <a:r>
              <a:rPr lang="en-IN" sz="900" b="1" dirty="0">
                <a:effectLst/>
                <a:latin typeface="Calibri"/>
                <a:ea typeface="Calibri"/>
                <a:cs typeface="Times New Roman"/>
              </a:rPr>
              <a:t>Private</a:t>
            </a:r>
            <a:r>
              <a:rPr lang="en-IN" sz="900" b="1" spc="-50" dirty="0">
                <a:effectLst/>
                <a:latin typeface="Calibri"/>
                <a:ea typeface="Calibri"/>
                <a:cs typeface="Times New Roman"/>
              </a:rPr>
              <a:t> </a:t>
            </a:r>
            <a:r>
              <a:rPr lang="en-IN" sz="900" b="1" dirty="0">
                <a:effectLst/>
                <a:latin typeface="Calibri"/>
                <a:ea typeface="Calibri"/>
                <a:cs typeface="Times New Roman"/>
              </a:rPr>
              <a:t>Universities</a:t>
            </a:r>
            <a:r>
              <a:rPr lang="en-IN" sz="900" b="1" spc="-5" dirty="0">
                <a:effectLst/>
                <a:latin typeface="Calibri"/>
                <a:ea typeface="Calibri"/>
                <a:cs typeface="Times New Roman"/>
              </a:rPr>
              <a:t> </a:t>
            </a:r>
            <a:r>
              <a:rPr lang="en-IN" sz="900" b="1" dirty="0">
                <a:effectLst/>
                <a:latin typeface="Calibri"/>
                <a:ea typeface="Calibri"/>
                <a:cs typeface="Times New Roman"/>
              </a:rPr>
              <a:t>Act</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10" dirty="0">
                <a:effectLst/>
                <a:latin typeface="Calibri"/>
                <a:ea typeface="Calibri"/>
                <a:cs typeface="Times New Roman"/>
              </a:rPr>
              <a:t> </a:t>
            </a:r>
            <a:r>
              <a:rPr lang="en-IN" sz="900" b="1" dirty="0">
                <a:effectLst/>
                <a:latin typeface="Calibri"/>
                <a:ea typeface="Calibri"/>
                <a:cs typeface="Times New Roman"/>
              </a:rPr>
              <a:t>13</a:t>
            </a:r>
            <a:r>
              <a:rPr lang="en-IN" sz="900" b="1" spc="-30" dirty="0">
                <a:effectLst/>
                <a:latin typeface="Calibri"/>
                <a:ea typeface="Calibri"/>
                <a:cs typeface="Times New Roman"/>
              </a:rPr>
              <a:t> </a:t>
            </a:r>
            <a:r>
              <a:rPr lang="en-IN" sz="900" b="1" dirty="0">
                <a:effectLst/>
                <a:latin typeface="Calibri"/>
                <a:ea typeface="Calibri"/>
                <a:cs typeface="Times New Roman"/>
              </a:rPr>
              <a:t>of</a:t>
            </a:r>
            <a:r>
              <a:rPr lang="en-IN" sz="900" b="1" spc="-40" dirty="0">
                <a:effectLst/>
                <a:latin typeface="Calibri"/>
                <a:ea typeface="Calibri"/>
                <a:cs typeface="Times New Roman"/>
              </a:rPr>
              <a:t> </a:t>
            </a:r>
            <a:r>
              <a:rPr lang="en-IN" sz="900" b="1" dirty="0">
                <a:effectLst/>
                <a:latin typeface="Calibri"/>
                <a:ea typeface="Calibri"/>
                <a:cs typeface="Times New Roman"/>
              </a:rPr>
              <a:t>2020</a:t>
            </a:r>
            <a:r>
              <a:rPr lang="en-IN" sz="900" b="1" spc="-20" dirty="0">
                <a:effectLst/>
                <a:latin typeface="Calibri"/>
                <a:ea typeface="Calibri"/>
                <a:cs typeface="Times New Roman"/>
              </a:rPr>
              <a:t> </a:t>
            </a:r>
            <a:r>
              <a:rPr lang="en-IN" sz="900" b="1" dirty="0">
                <a:effectLst/>
                <a:latin typeface="Calibri"/>
                <a:ea typeface="Calibri"/>
                <a:cs typeface="Times New Roman"/>
              </a:rPr>
              <a:t>&amp;</a:t>
            </a:r>
            <a:endParaRPr lang="en-IN" sz="1100" dirty="0">
              <a:effectLst/>
              <a:latin typeface="Calibri"/>
              <a:ea typeface="Calibri"/>
              <a:cs typeface="Times New Roman"/>
            </a:endParaRPr>
          </a:p>
          <a:p>
            <a:pPr marL="5715" marR="6350" algn="ctr">
              <a:lnSpc>
                <a:spcPct val="115000"/>
              </a:lnSpc>
              <a:spcBef>
                <a:spcPts val="5"/>
              </a:spcBef>
              <a:spcAft>
                <a:spcPts val="0"/>
              </a:spcAft>
            </a:pPr>
            <a:r>
              <a:rPr lang="en-IN" sz="900" b="1" dirty="0">
                <a:effectLst/>
                <a:latin typeface="Calibri"/>
                <a:ea typeface="Calibri"/>
                <a:cs typeface="Times New Roman"/>
              </a:rPr>
              <a:t>G.O.Ms.</a:t>
            </a:r>
            <a:r>
              <a:rPr lang="en-IN" sz="900" b="1" spc="-45" dirty="0">
                <a:effectLst/>
                <a:latin typeface="Calibri"/>
                <a:ea typeface="Calibri"/>
                <a:cs typeface="Times New Roman"/>
              </a:rPr>
              <a:t> </a:t>
            </a:r>
            <a:r>
              <a:rPr lang="en-IN" sz="900" b="1" dirty="0">
                <a:effectLst/>
                <a:latin typeface="Calibri"/>
                <a:ea typeface="Calibri"/>
                <a:cs typeface="Times New Roman"/>
              </a:rPr>
              <a:t>No.</a:t>
            </a:r>
            <a:r>
              <a:rPr lang="en-IN" sz="900" b="1" spc="-25" dirty="0">
                <a:effectLst/>
                <a:latin typeface="Calibri"/>
                <a:ea typeface="Calibri"/>
                <a:cs typeface="Times New Roman"/>
              </a:rPr>
              <a:t> </a:t>
            </a:r>
            <a:r>
              <a:rPr lang="en-IN" sz="900" b="1" dirty="0">
                <a:effectLst/>
                <a:latin typeface="Calibri"/>
                <a:ea typeface="Calibri"/>
                <a:cs typeface="Times New Roman"/>
              </a:rPr>
              <a:t>14,</a:t>
            </a:r>
            <a:r>
              <a:rPr lang="en-IN" sz="900" b="1" spc="-50" dirty="0">
                <a:effectLst/>
                <a:latin typeface="Calibri"/>
                <a:ea typeface="Calibri"/>
                <a:cs typeface="Times New Roman"/>
              </a:rPr>
              <a:t> </a:t>
            </a:r>
            <a:r>
              <a:rPr lang="en-IN" sz="900" b="1" dirty="0">
                <a:effectLst/>
                <a:latin typeface="Calibri"/>
                <a:ea typeface="Calibri"/>
                <a:cs typeface="Times New Roman"/>
              </a:rPr>
              <a:t>Higher</a:t>
            </a:r>
            <a:r>
              <a:rPr lang="en-IN" sz="900" b="1" spc="-40" dirty="0">
                <a:effectLst/>
                <a:latin typeface="Calibri"/>
                <a:ea typeface="Calibri"/>
                <a:cs typeface="Times New Roman"/>
              </a:rPr>
              <a:t> </a:t>
            </a:r>
            <a:r>
              <a:rPr lang="en-IN" sz="900" b="1" dirty="0">
                <a:effectLst/>
                <a:latin typeface="Calibri"/>
                <a:ea typeface="Calibri"/>
                <a:cs typeface="Times New Roman"/>
              </a:rPr>
              <a:t>Education</a:t>
            </a:r>
            <a:r>
              <a:rPr lang="en-IN" sz="900" b="1" spc="-10" dirty="0">
                <a:effectLst/>
                <a:latin typeface="Calibri"/>
                <a:ea typeface="Calibri"/>
                <a:cs typeface="Times New Roman"/>
              </a:rPr>
              <a:t> </a:t>
            </a:r>
            <a:r>
              <a:rPr lang="en-IN" sz="900" b="1" dirty="0">
                <a:effectLst/>
                <a:latin typeface="Calibri"/>
                <a:ea typeface="Calibri"/>
                <a:cs typeface="Times New Roman"/>
              </a:rPr>
              <a:t>(UE)</a:t>
            </a:r>
            <a:r>
              <a:rPr lang="en-IN" sz="900" b="1" spc="-45" dirty="0">
                <a:effectLst/>
                <a:latin typeface="Calibri"/>
                <a:ea typeface="Calibri"/>
                <a:cs typeface="Times New Roman"/>
              </a:rPr>
              <a:t> </a:t>
            </a:r>
            <a:r>
              <a:rPr lang="en-IN" sz="900" b="1" dirty="0">
                <a:effectLst/>
                <a:latin typeface="Calibri"/>
                <a:ea typeface="Calibri"/>
                <a:cs typeface="Times New Roman"/>
              </a:rPr>
              <a:t>Department</a:t>
            </a:r>
            <a:r>
              <a:rPr lang="en-IN" sz="950" dirty="0">
                <a:effectLst/>
                <a:latin typeface="Calibri"/>
                <a:ea typeface="Calibri"/>
                <a:cs typeface="Times New Roman"/>
              </a:rPr>
              <a:t>)</a:t>
            </a:r>
            <a:endParaRPr lang="en-IN" sz="1100" dirty="0">
              <a:effectLst/>
              <a:latin typeface="Calibri"/>
              <a:ea typeface="Calibri"/>
              <a:cs typeface="Times New Roman"/>
            </a:endParaRPr>
          </a:p>
        </p:txBody>
      </p:sp>
      <p:sp>
        <p:nvSpPr>
          <p:cNvPr id="7" name="Text Box 3"/>
          <p:cNvSpPr txBox="1">
            <a:spLocks noChangeArrowheads="1"/>
          </p:cNvSpPr>
          <p:nvPr/>
        </p:nvSpPr>
        <p:spPr bwMode="auto">
          <a:xfrm>
            <a:off x="7685158" y="906650"/>
            <a:ext cx="1440180" cy="7535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t" anchorCtr="0" upright="1">
            <a:noAutofit/>
          </a:bodyPr>
          <a:lstStyle/>
          <a:p>
            <a:pPr marL="12700" marR="5080">
              <a:lnSpc>
                <a:spcPct val="92000"/>
              </a:lnSpc>
              <a:spcAft>
                <a:spcPts val="1000"/>
              </a:spcAft>
            </a:pPr>
            <a:r>
              <a:rPr lang="en-IN" sz="950" b="1" dirty="0" err="1">
                <a:effectLst/>
                <a:latin typeface="Calibri"/>
                <a:ea typeface="Calibri"/>
                <a:cs typeface="Times New Roman"/>
              </a:rPr>
              <a:t>Maisammaguda</a:t>
            </a:r>
            <a:r>
              <a:rPr lang="en-IN" sz="950" b="1" dirty="0">
                <a:effectLst/>
                <a:latin typeface="Calibri"/>
                <a:ea typeface="Calibri"/>
                <a:cs typeface="Times New Roman"/>
              </a:rPr>
              <a:t>, </a:t>
            </a:r>
            <a:r>
              <a:rPr lang="en-IN" sz="950" b="1" dirty="0" err="1">
                <a:effectLst/>
                <a:latin typeface="Calibri"/>
                <a:ea typeface="Calibri"/>
                <a:cs typeface="Times New Roman"/>
              </a:rPr>
              <a:t>Kompally</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Medchal</a:t>
            </a:r>
            <a:r>
              <a:rPr lang="en-IN" sz="950" b="1" spc="-20" dirty="0">
                <a:effectLst/>
                <a:latin typeface="Calibri"/>
                <a:ea typeface="Calibri"/>
                <a:cs typeface="Times New Roman"/>
              </a:rPr>
              <a:t> </a:t>
            </a:r>
            <a:r>
              <a:rPr lang="en-IN" sz="950" b="1" dirty="0">
                <a:effectLst/>
                <a:latin typeface="Calibri"/>
                <a:ea typeface="Calibri"/>
                <a:cs typeface="Times New Roman"/>
              </a:rPr>
              <a:t>-</a:t>
            </a:r>
            <a:r>
              <a:rPr lang="en-IN" sz="950" b="1" spc="-5" dirty="0">
                <a:effectLst/>
                <a:latin typeface="Calibri"/>
                <a:ea typeface="Calibri"/>
                <a:cs typeface="Times New Roman"/>
              </a:rPr>
              <a:t> </a:t>
            </a:r>
            <a:r>
              <a:rPr lang="en-IN" sz="950" b="1" dirty="0" err="1">
                <a:effectLst/>
                <a:latin typeface="Calibri"/>
                <a:ea typeface="Calibri"/>
                <a:cs typeface="Times New Roman"/>
              </a:rPr>
              <a:t>Malkajgiri</a:t>
            </a:r>
            <a:r>
              <a:rPr lang="en-IN" sz="950" b="1" spc="-35" dirty="0">
                <a:effectLst/>
                <a:latin typeface="Calibri"/>
                <a:ea typeface="Calibri"/>
                <a:cs typeface="Times New Roman"/>
              </a:rPr>
              <a:t> </a:t>
            </a:r>
            <a:r>
              <a:rPr lang="en-IN" sz="950" b="1" dirty="0">
                <a:effectLst/>
                <a:latin typeface="Calibri"/>
                <a:ea typeface="Calibri"/>
                <a:cs typeface="Times New Roman"/>
              </a:rPr>
              <a:t>District</a:t>
            </a:r>
            <a:r>
              <a:rPr lang="en-IN" sz="950" b="1" spc="-200" dirty="0">
                <a:effectLst/>
                <a:latin typeface="Calibri"/>
                <a:ea typeface="Calibri"/>
                <a:cs typeface="Times New Roman"/>
              </a:rPr>
              <a:t> </a:t>
            </a:r>
            <a:r>
              <a:rPr lang="en-IN" sz="950" b="1" dirty="0">
                <a:effectLst/>
                <a:latin typeface="Calibri"/>
                <a:ea typeface="Calibri"/>
                <a:cs typeface="Times New Roman"/>
              </a:rPr>
              <a:t>Hyderabad - 500100,</a:t>
            </a:r>
            <a:r>
              <a:rPr lang="en-IN" sz="950" b="1" spc="5" dirty="0">
                <a:effectLst/>
                <a:latin typeface="Calibri"/>
                <a:ea typeface="Calibri"/>
                <a:cs typeface="Times New Roman"/>
              </a:rPr>
              <a:t> </a:t>
            </a:r>
            <a:r>
              <a:rPr lang="en-IN" sz="950" b="1" dirty="0" err="1">
                <a:effectLst/>
                <a:latin typeface="Calibri"/>
                <a:ea typeface="Calibri"/>
                <a:cs typeface="Times New Roman"/>
              </a:rPr>
              <a:t>Telangana</a:t>
            </a:r>
            <a:r>
              <a:rPr lang="en-IN" sz="950" b="1" spc="5" dirty="0">
                <a:effectLst/>
                <a:latin typeface="Calibri"/>
                <a:ea typeface="Calibri"/>
                <a:cs typeface="Times New Roman"/>
              </a:rPr>
              <a:t> </a:t>
            </a:r>
            <a:r>
              <a:rPr lang="en-IN" sz="950" b="1" dirty="0">
                <a:effectLst/>
                <a:latin typeface="Calibri"/>
                <a:ea typeface="Calibri"/>
                <a:cs typeface="Times New Roman"/>
              </a:rPr>
              <a:t>State</a:t>
            </a:r>
            <a:r>
              <a:rPr lang="en-IN" sz="950" b="1" u="none" strike="noStrike" dirty="0">
                <a:effectLst/>
                <a:latin typeface="Calibri"/>
                <a:ea typeface="Calibri"/>
                <a:cs typeface="Times New Roman"/>
                <a:hlinkClick r:id="rId3"/>
              </a:rPr>
              <a:t>.</a:t>
            </a:r>
            <a:r>
              <a:rPr lang="en-IN" sz="950" b="1" spc="5" dirty="0">
                <a:effectLst/>
                <a:latin typeface="Calibri"/>
                <a:ea typeface="Calibri"/>
                <a:cs typeface="Times New Roman"/>
              </a:rPr>
              <a:t> </a:t>
            </a:r>
            <a:r>
              <a:rPr lang="en-IN" sz="950" b="1" u="none" strike="noStrike" dirty="0">
                <a:effectLst/>
                <a:latin typeface="Calibri"/>
                <a:ea typeface="Calibri"/>
                <a:cs typeface="Times New Roman"/>
                <a:hlinkClick r:id="rId3"/>
              </a:rPr>
              <a:t>www.mallareddyuniversity.</a:t>
            </a:r>
            <a:endParaRPr lang="en-IN" sz="1100" dirty="0">
              <a:effectLst/>
              <a:latin typeface="Calibri"/>
              <a:ea typeface="Calibri"/>
              <a:cs typeface="Times New Roman"/>
            </a:endParaRPr>
          </a:p>
        </p:txBody>
      </p:sp>
    </p:spTree>
    <p:extLst>
      <p:ext uri="{BB962C8B-B14F-4D97-AF65-F5344CB8AC3E}">
        <p14:creationId xmlns:p14="http://schemas.microsoft.com/office/powerpoint/2010/main" val="336483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IN" dirty="0"/>
          </a:p>
        </p:txBody>
      </p:sp>
      <p:sp>
        <p:nvSpPr>
          <p:cNvPr id="4" name="TextBox 4">
            <a:extLst>
              <a:ext uri="{FF2B5EF4-FFF2-40B4-BE49-F238E27FC236}">
                <a16:creationId xmlns:a16="http://schemas.microsoft.com/office/drawing/2014/main" id="{73F4E5FB-C162-9DA9-7172-28BF1A6320D1}"/>
              </a:ext>
            </a:extLst>
          </p:cNvPr>
          <p:cNvSpPr txBox="1"/>
          <p:nvPr/>
        </p:nvSpPr>
        <p:spPr>
          <a:xfrm>
            <a:off x="609600" y="1714831"/>
            <a:ext cx="8894050" cy="5016758"/>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Abstract</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Introduction</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Limitations of Existing Systems</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Literature survey</a:t>
            </a:r>
            <a:endParaRPr lang="en-IN"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Proposed system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Existing system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Data flow diagram</a:t>
            </a: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System architecture</a:t>
            </a: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Hardware and software requirements</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Screenshots of working model</a:t>
            </a:r>
          </a:p>
          <a:p>
            <a:pPr marL="285750" indent="-285750">
              <a:buFont typeface="Arial" panose="020B0604020202020204" pitchFamily="34" charset="0"/>
              <a:buChar char="•"/>
            </a:pPr>
            <a:r>
              <a:rPr lang="en-US" sz="2000" dirty="0">
                <a:solidFill>
                  <a:schemeClr val="bg2">
                    <a:lumMod val="10000"/>
                  </a:schemeClr>
                </a:solidFill>
                <a:latin typeface="Times New Roman" panose="02020603050405020304" pitchFamily="18" charset="0"/>
                <a:cs typeface="Times New Roman" panose="02020603050405020304" pitchFamily="18" charset="0"/>
              </a:rPr>
              <a:t>Results</a:t>
            </a:r>
            <a:endParaRPr lang="en-IN" sz="2000" dirty="0">
              <a:solidFill>
                <a:schemeClr val="bg2">
                  <a:lumMod val="10000"/>
                </a:schemeClr>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solidFill>
                  <a:schemeClr val="bg2">
                    <a:lumMod val="10000"/>
                  </a:schemeClr>
                </a:solidFill>
                <a:latin typeface="Times New Roman" panose="02020603050405020304" pitchFamily="18" charset="0"/>
                <a:cs typeface="Times New Roman" panose="02020603050405020304" pitchFamily="18" charset="0"/>
              </a:rPr>
              <a:t>Conclusion</a:t>
            </a:r>
          </a:p>
          <a:p>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9880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EB0BBB-09AA-7861-B9BC-7AFDAE818437}"/>
              </a:ext>
            </a:extLst>
          </p:cNvPr>
          <p:cNvSpPr>
            <a:spLocks noGrp="1"/>
          </p:cNvSpPr>
          <p:nvPr>
            <p:ph type="title"/>
          </p:nvPr>
        </p:nvSpPr>
        <p:spPr/>
        <p:txBody>
          <a:bodyPr/>
          <a:lstStyle/>
          <a:p>
            <a:r>
              <a:rPr lang="en-IN" u="sng" dirty="0"/>
              <a:t>ABSTRACT</a:t>
            </a:r>
          </a:p>
        </p:txBody>
      </p:sp>
      <p:sp>
        <p:nvSpPr>
          <p:cNvPr id="7" name="Rectangle 4">
            <a:extLst>
              <a:ext uri="{FF2B5EF4-FFF2-40B4-BE49-F238E27FC236}">
                <a16:creationId xmlns:a16="http://schemas.microsoft.com/office/drawing/2014/main" id="{034A8BE0-69D8-47AA-8833-AB929E7FC838}"/>
              </a:ext>
            </a:extLst>
          </p:cNvPr>
          <p:cNvSpPr>
            <a:spLocks noChangeArrowheads="1"/>
          </p:cNvSpPr>
          <p:nvPr/>
        </p:nvSpPr>
        <p:spPr bwMode="auto">
          <a:xfrm>
            <a:off x="210313" y="2037250"/>
            <a:ext cx="1137208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Arial" panose="020B0604020202020204" pitchFamily="34" charset="0"/>
              </a:rPr>
              <a:t> A School Management System is a modern digital solution designed to simplify and improve the overall management of school operations. It helps schools maintain accurate information about students, teachers,  examinations, fees, and academic records in a centralized database. By replacing traditional paper-based processes with a computerized system, it reduces manual work, minimizes errors, saves valuable time, and increases the efficiency of daily administrative activities. The system provides quick and secure access to information, making school management more organized, reliable, and effective. </a:t>
            </a:r>
          </a:p>
          <a:p>
            <a:pPr marL="285750" lvl="0" indent="-285750" algn="just" defTabSz="914400" eaLnBrk="0" fontAlgn="base" hangingPunct="0">
              <a:spcBef>
                <a:spcPct val="0"/>
              </a:spcBef>
              <a:spcAft>
                <a:spcPct val="0"/>
              </a:spcAft>
              <a:buFont typeface="Wingdings" panose="05000000000000000000" pitchFamily="2" charset="2"/>
              <a:buChar char="Ø"/>
            </a:pPr>
            <a:r>
              <a:rPr lang="en-US" altLang="en-US" dirty="0">
                <a:latin typeface="Arial" panose="020B0604020202020204" pitchFamily="34" charset="0"/>
              </a:rPr>
              <a:t>The system also enables secure storage and easy retrieval of important data such as student profiles, staff details, records, examination results, fee management, timetable, and report generation. It allows authorized users to update records, monitor school activities, and generate reports with greater accuracy and transparency. Overall, the School Management System improves administrative efficiency, enhances data security, supports better communication between students, teachers, parents, and administrators, and creates a smart, user-friendly, and technology-driven environment for effective school management.</a:t>
            </a:r>
          </a:p>
        </p:txBody>
      </p:sp>
      <p:sp>
        <p:nvSpPr>
          <p:cNvPr id="8" name="Rectangle 5">
            <a:extLst>
              <a:ext uri="{FF2B5EF4-FFF2-40B4-BE49-F238E27FC236}">
                <a16:creationId xmlns:a16="http://schemas.microsoft.com/office/drawing/2014/main" id="{14376200-046B-C522-CB96-556C6363439F}"/>
              </a:ext>
            </a:extLst>
          </p:cNvPr>
          <p:cNvSpPr>
            <a:spLocks noChangeArrowheads="1"/>
          </p:cNvSpPr>
          <p:nvPr/>
        </p:nvSpPr>
        <p:spPr bwMode="auto">
          <a:xfrm>
            <a:off x="-189470" y="457200"/>
            <a:ext cx="12381470" cy="232711"/>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IN"/>
          </a:p>
        </p:txBody>
      </p:sp>
    </p:spTree>
    <p:extLst>
      <p:ext uri="{BB962C8B-B14F-4D97-AF65-F5344CB8AC3E}">
        <p14:creationId xmlns:p14="http://schemas.microsoft.com/office/powerpoint/2010/main" val="1964252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CC959-1222-812A-F511-F6257E75FCF4}"/>
              </a:ext>
            </a:extLst>
          </p:cNvPr>
          <p:cNvSpPr>
            <a:spLocks noGrp="1"/>
          </p:cNvSpPr>
          <p:nvPr>
            <p:ph type="title"/>
          </p:nvPr>
        </p:nvSpPr>
        <p:spPr/>
        <p:txBody>
          <a:bodyPr/>
          <a:lstStyle/>
          <a:p>
            <a:r>
              <a:rPr lang="en-IN" u="sng" dirty="0"/>
              <a:t>INTRODUCTION</a:t>
            </a:r>
          </a:p>
        </p:txBody>
      </p:sp>
      <p:sp>
        <p:nvSpPr>
          <p:cNvPr id="4" name="TextBox 3">
            <a:extLst>
              <a:ext uri="{FF2B5EF4-FFF2-40B4-BE49-F238E27FC236}">
                <a16:creationId xmlns:a16="http://schemas.microsoft.com/office/drawing/2014/main" id="{96CACFEF-BBE5-D5A0-B853-6301EDE7E4D9}"/>
              </a:ext>
            </a:extLst>
          </p:cNvPr>
          <p:cNvSpPr txBox="1"/>
          <p:nvPr/>
        </p:nvSpPr>
        <p:spPr>
          <a:xfrm>
            <a:off x="443830" y="1747138"/>
            <a:ext cx="10972800" cy="4093428"/>
          </a:xfrm>
          <a:prstGeom prst="rect">
            <a:avLst/>
          </a:prstGeom>
          <a:noFill/>
        </p:spPr>
        <p:txBody>
          <a:bodyPr wrap="square">
            <a:spAutoFit/>
          </a:bodyPr>
          <a:lstStyle/>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School Management System (SMS) is a web-based application designed to simplify and automate the daily activities of a school. It helps manage student records, teacher information, examinations, and academic activities efficiently.</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system allows administrators, teachers, students, and parents to access important information through a simple and user-friendly interface. Students can view their academic records, exam results, and other school-related details.</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Administrators can manage student admissions, teacher records, class schedules, examinations, fee collection, and generate reports for effective school administration and better decision-making.</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School Management System replaces manual paperwork with a secure, centralized, and digital solution, improving accuracy, efficiency, transparency, and productivity in educational institutions .</a:t>
            </a:r>
          </a:p>
          <a:p>
            <a:pPr marL="285750" indent="-28575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Additionally, the system provides secure data storage, quick access to school information, real-time updates, easy report generation, and efficient communication between administrators, teachers, students, and parents, ensuring smooth and reliable school management.</a:t>
            </a:r>
          </a:p>
        </p:txBody>
      </p:sp>
    </p:spTree>
    <p:extLst>
      <p:ext uri="{BB962C8B-B14F-4D97-AF65-F5344CB8AC3E}">
        <p14:creationId xmlns:p14="http://schemas.microsoft.com/office/powerpoint/2010/main" val="26476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936D-8221-EC90-0A7D-532EDC36C68C}"/>
              </a:ext>
            </a:extLst>
          </p:cNvPr>
          <p:cNvSpPr>
            <a:spLocks noGrp="1"/>
          </p:cNvSpPr>
          <p:nvPr>
            <p:ph type="title"/>
          </p:nvPr>
        </p:nvSpPr>
        <p:spPr>
          <a:xfrm>
            <a:off x="358140" y="457200"/>
            <a:ext cx="11224260" cy="853440"/>
          </a:xfrm>
        </p:spPr>
        <p:txBody>
          <a:bodyPr/>
          <a:lstStyle/>
          <a:p>
            <a:r>
              <a:rPr lang="en-IN" u="sng" dirty="0"/>
              <a:t>LIMITATION OF EXISTING SYSTEM</a:t>
            </a:r>
          </a:p>
        </p:txBody>
      </p:sp>
      <p:sp>
        <p:nvSpPr>
          <p:cNvPr id="6" name="TextBox 5">
            <a:extLst>
              <a:ext uri="{FF2B5EF4-FFF2-40B4-BE49-F238E27FC236}">
                <a16:creationId xmlns:a16="http://schemas.microsoft.com/office/drawing/2014/main" id="{E5354F1E-B9E8-8471-DC2F-6DA6C2ADF1FC}"/>
              </a:ext>
            </a:extLst>
          </p:cNvPr>
          <p:cNvSpPr txBox="1"/>
          <p:nvPr/>
        </p:nvSpPr>
        <p:spPr>
          <a:xfrm>
            <a:off x="463495" y="1714500"/>
            <a:ext cx="10319524" cy="4708981"/>
          </a:xfrm>
          <a:prstGeom prst="rect">
            <a:avLst/>
          </a:prstGeom>
          <a:noFill/>
        </p:spPr>
        <p:txBody>
          <a:bodyPr wrap="square">
            <a:spAutoFit/>
          </a:bodyPr>
          <a:lstStyle/>
          <a:p>
            <a:pPr algn="just">
              <a:buNone/>
            </a:pPr>
            <a:r>
              <a:rPr lang="en-US" sz="2000" dirty="0"/>
              <a:t>Most traditional School Management Systems rely on manual processes or outdated software for managing student, teacher, examination, and fee records. These systems often lead to data duplication, delays, human errors, and inefficient management of school activities.</a:t>
            </a:r>
          </a:p>
          <a:p>
            <a:pPr algn="just">
              <a:buNone/>
            </a:pPr>
            <a:endParaRPr lang="en-US" sz="2000" dirty="0"/>
          </a:p>
          <a:p>
            <a:pPr algn="just">
              <a:buNone/>
            </a:pPr>
            <a:r>
              <a:rPr lang="en-US" sz="2000" dirty="0"/>
              <a:t>☐ Manual and time-consuming management of school records</a:t>
            </a:r>
          </a:p>
          <a:p>
            <a:pPr algn="just">
              <a:buNone/>
            </a:pPr>
            <a:r>
              <a:rPr lang="en-US" sz="2000" dirty="0"/>
              <a:t>☐ Difficulty in maintaining student, teacher, and staff information</a:t>
            </a:r>
          </a:p>
          <a:p>
            <a:pPr algn="just">
              <a:buNone/>
            </a:pPr>
            <a:r>
              <a:rPr lang="en-US" sz="2000" dirty="0"/>
              <a:t>☐ High chances of human errors during data entry and record updates</a:t>
            </a:r>
          </a:p>
          <a:p>
            <a:pPr algn="just">
              <a:buNone/>
            </a:pPr>
            <a:r>
              <a:rPr lang="en-US" sz="2000" dirty="0"/>
              <a:t>☐ Difficult to search, update, and retrieve information quickly</a:t>
            </a:r>
          </a:p>
          <a:p>
            <a:pPr algn="just">
              <a:buNone/>
            </a:pPr>
            <a:r>
              <a:rPr lang="en-US" sz="2000" dirty="0"/>
              <a:t>☐ No real-time access to  examination, and fee details</a:t>
            </a:r>
          </a:p>
          <a:p>
            <a:pPr algn="just">
              <a:buNone/>
            </a:pPr>
            <a:r>
              <a:rPr lang="en-US" sz="2000" dirty="0"/>
              <a:t>☐ Limited security and lack of proper data backup facilities</a:t>
            </a:r>
          </a:p>
          <a:p>
            <a:pPr algn="just">
              <a:buNone/>
            </a:pPr>
            <a:endParaRPr lang="en-US" sz="2000" dirty="0"/>
          </a:p>
          <a:p>
            <a:pPr algn="just">
              <a:buNone/>
            </a:pPr>
            <a:r>
              <a:rPr lang="en-US" sz="2000" dirty="0"/>
              <a:t>These limitations reduce the efficiency, accuracy, security, and overall performance of school administration, making it difficult to manage daily academic and administrative activities effectively.</a:t>
            </a:r>
          </a:p>
        </p:txBody>
      </p:sp>
    </p:spTree>
    <p:extLst>
      <p:ext uri="{BB962C8B-B14F-4D97-AF65-F5344CB8AC3E}">
        <p14:creationId xmlns:p14="http://schemas.microsoft.com/office/powerpoint/2010/main" val="3790907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C5E0-E1D8-D53B-4738-9F11B0E09B4F}"/>
              </a:ext>
            </a:extLst>
          </p:cNvPr>
          <p:cNvSpPr>
            <a:spLocks noGrp="1"/>
          </p:cNvSpPr>
          <p:nvPr>
            <p:ph type="title"/>
          </p:nvPr>
        </p:nvSpPr>
        <p:spPr/>
        <p:txBody>
          <a:bodyPr/>
          <a:lstStyle/>
          <a:p>
            <a:r>
              <a:rPr lang="en-IN" u="sng" dirty="0"/>
              <a:t>LITERATURE SURVEY</a:t>
            </a:r>
          </a:p>
        </p:txBody>
      </p:sp>
      <p:sp>
        <p:nvSpPr>
          <p:cNvPr id="4" name="TextBox 3">
            <a:extLst>
              <a:ext uri="{FF2B5EF4-FFF2-40B4-BE49-F238E27FC236}">
                <a16:creationId xmlns:a16="http://schemas.microsoft.com/office/drawing/2014/main" id="{2F7518DB-D0CB-2B8D-9191-ED30DC642CCF}"/>
              </a:ext>
            </a:extLst>
          </p:cNvPr>
          <p:cNvSpPr txBox="1"/>
          <p:nvPr/>
        </p:nvSpPr>
        <p:spPr>
          <a:xfrm>
            <a:off x="427383" y="1729409"/>
            <a:ext cx="10700692" cy="4801314"/>
          </a:xfrm>
          <a:prstGeom prst="rect">
            <a:avLst/>
          </a:prstGeom>
          <a:noFill/>
        </p:spPr>
        <p:txBody>
          <a:bodyPr wrap="square">
            <a:spAutoFit/>
          </a:bodyPr>
          <a:lstStyle/>
          <a:p>
            <a:pPr marL="285750" indent="-285750" algn="just">
              <a:buFont typeface="Arial" panose="020B0604020202020204" pitchFamily="34" charset="0"/>
              <a:buChar char="•"/>
            </a:pPr>
            <a:r>
              <a:rPr lang="en-US" dirty="0"/>
              <a:t>Existing School Management Systems mainly focus on student records, admission management,  staff information, examination details, and fee management .</a:t>
            </a:r>
          </a:p>
          <a:p>
            <a:pPr marL="285750" indent="-285750" algn="just">
              <a:buFont typeface="Arial" panose="020B0604020202020204" pitchFamily="34" charset="0"/>
              <a:buChar char="•"/>
            </a:pPr>
            <a:r>
              <a:rPr lang="en-US" dirty="0"/>
              <a:t>Most traditional systems provide basic record management and reporting features but lack real-time updates, automation, centralized communication, and advanced security.</a:t>
            </a:r>
          </a:p>
          <a:p>
            <a:pPr marL="285750" indent="-285750" algn="just">
              <a:buFont typeface="Arial" panose="020B0604020202020204" pitchFamily="34" charset="0"/>
              <a:buChar char="•"/>
            </a:pPr>
            <a:r>
              <a:rPr lang="en-US" dirty="0"/>
              <a:t>Recent advancements in Cloud Computing, Database Management Systems (DBMS), Web Technologies, and JavaScript-based applications enable faster student registration, online fee management, timetable scheduling, and easy access to school information.</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However, existing solutions do not effectively combine:</a:t>
            </a:r>
          </a:p>
          <a:p>
            <a:pPr marL="285750" indent="-285750" algn="just">
              <a:buFont typeface="Arial" panose="020B0604020202020204" pitchFamily="34" charset="0"/>
              <a:buChar char="•"/>
            </a:pPr>
            <a:r>
              <a:rPr lang="en-US" dirty="0"/>
              <a:t>1. Online student admission and registration</a:t>
            </a:r>
          </a:p>
          <a:p>
            <a:pPr marL="285750" indent="-285750" algn="just">
              <a:buFont typeface="Arial" panose="020B0604020202020204" pitchFamily="34" charset="0"/>
              <a:buChar char="•"/>
            </a:pPr>
            <a:r>
              <a:rPr lang="en-US" dirty="0"/>
              <a:t>2. Real-time attendance and academic record updates</a:t>
            </a:r>
          </a:p>
          <a:p>
            <a:pPr marL="285750" indent="-285750" algn="just">
              <a:buFont typeface="Arial" panose="020B0604020202020204" pitchFamily="34" charset="0"/>
              <a:buChar char="•"/>
            </a:pPr>
            <a:r>
              <a:rPr lang="en-US" dirty="0"/>
              <a:t>3. Fee management, examination, and report generation</a:t>
            </a:r>
          </a:p>
          <a:p>
            <a:pPr marL="285750" indent="-285750" algn="just">
              <a:buFont typeface="Arial" panose="020B0604020202020204" pitchFamily="34" charset="0"/>
              <a:buChar char="•"/>
            </a:pPr>
            <a:r>
              <a:rPr lang="en-US" dirty="0"/>
              <a:t>4. Secure role-based access for Admin, Teachers, Students, and Parents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Our system integrates these features into a single, user-friendly, secure, reliable, and scalable     School Management System platform that simplifies school administration and improves communication between administrators, teachers, students, and parents.</a:t>
            </a:r>
          </a:p>
        </p:txBody>
      </p:sp>
    </p:spTree>
    <p:extLst>
      <p:ext uri="{BB962C8B-B14F-4D97-AF65-F5344CB8AC3E}">
        <p14:creationId xmlns:p14="http://schemas.microsoft.com/office/powerpoint/2010/main" val="1081129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B6910-142C-9AC6-33F1-113A87742D87}"/>
              </a:ext>
            </a:extLst>
          </p:cNvPr>
          <p:cNvSpPr>
            <a:spLocks noGrp="1"/>
          </p:cNvSpPr>
          <p:nvPr>
            <p:ph type="title"/>
          </p:nvPr>
        </p:nvSpPr>
        <p:spPr/>
        <p:txBody>
          <a:bodyPr/>
          <a:lstStyle/>
          <a:p>
            <a:r>
              <a:rPr lang="en-IN" u="sng" dirty="0"/>
              <a:t>PROPOSED SYSTEM</a:t>
            </a:r>
          </a:p>
        </p:txBody>
      </p:sp>
      <p:sp>
        <p:nvSpPr>
          <p:cNvPr id="4" name="TextBox 3">
            <a:extLst>
              <a:ext uri="{FF2B5EF4-FFF2-40B4-BE49-F238E27FC236}">
                <a16:creationId xmlns:a16="http://schemas.microsoft.com/office/drawing/2014/main" id="{F3D15BDD-F705-2119-57E1-8A7FF49226EE}"/>
              </a:ext>
            </a:extLst>
          </p:cNvPr>
          <p:cNvSpPr txBox="1"/>
          <p:nvPr/>
        </p:nvSpPr>
        <p:spPr>
          <a:xfrm>
            <a:off x="609599" y="1798983"/>
            <a:ext cx="10535729" cy="4401205"/>
          </a:xfrm>
          <a:prstGeom prst="rect">
            <a:avLst/>
          </a:prstGeom>
          <a:noFill/>
        </p:spPr>
        <p:txBody>
          <a:bodyPr wrap="square">
            <a:spAutoFit/>
          </a:bodyPr>
          <a:lstStyle/>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The proposed system, School Management System (SMS), is a web-based application designed to simplify and automate the management of school activities. It overcomes the limitations of traditional manual record-keeping by providing a secure and efficient platform for managing student, teacher, and administrative information. The system enables centralized data storage, real-time access to records, and improves the overall efficiency, accuracy, and transparency of school operations.</a:t>
            </a:r>
          </a:p>
          <a:p>
            <a:pPr algn="just">
              <a:buNone/>
            </a:pP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 Student admission and registration with complete personal and academic details</a:t>
            </a: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 Easy Add, Update, Delete, and Search for student, teacher, and staff records</a:t>
            </a: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 Secure login and role-based authentication for administrators, teachers, and students</a:t>
            </a: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 Centralized storage of school information for better organization and quick access</a:t>
            </a: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 Automatic report generation for student performance, attendance, and school activities</a:t>
            </a:r>
          </a:p>
          <a:p>
            <a:pPr algn="just">
              <a:buNone/>
            </a:pPr>
            <a:endParaRPr lang="en-US" sz="2000" dirty="0">
              <a:solidFill>
                <a:schemeClr val="bg2">
                  <a:lumMod val="10000"/>
                </a:schemeClr>
              </a:solidFill>
              <a:latin typeface="Times New Roman" panose="02020603050405020304" pitchFamily="18" charset="0"/>
              <a:cs typeface="Times New Roman" panose="02020603050405020304" pitchFamily="18" charset="0"/>
            </a:endParaRPr>
          </a:p>
          <a:p>
            <a:pPr algn="just">
              <a:buNone/>
            </a:pPr>
            <a:r>
              <a:rPr lang="en-US" sz="2000" dirty="0">
                <a:solidFill>
                  <a:schemeClr val="bg2">
                    <a:lumMod val="10000"/>
                  </a:schemeClr>
                </a:solidFill>
                <a:latin typeface="Times New Roman" panose="02020603050405020304" pitchFamily="18" charset="0"/>
                <a:cs typeface="Times New Roman" panose="02020603050405020304" pitchFamily="18" charset="0"/>
              </a:rPr>
              <a:t>The proposed system ensures accuracy, security, transparency, and efficient management of school records while reducing paperwork, saving time, and improving the overall administration process.</a:t>
            </a:r>
          </a:p>
        </p:txBody>
      </p:sp>
    </p:spTree>
    <p:extLst>
      <p:ext uri="{BB962C8B-B14F-4D97-AF65-F5344CB8AC3E}">
        <p14:creationId xmlns:p14="http://schemas.microsoft.com/office/powerpoint/2010/main" val="2585998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31D5C-2D5B-FC3E-0E94-3CBD210B819D}"/>
              </a:ext>
            </a:extLst>
          </p:cNvPr>
          <p:cNvSpPr>
            <a:spLocks noGrp="1"/>
          </p:cNvSpPr>
          <p:nvPr>
            <p:ph type="title"/>
          </p:nvPr>
        </p:nvSpPr>
        <p:spPr/>
        <p:txBody>
          <a:bodyPr/>
          <a:lstStyle/>
          <a:p>
            <a:r>
              <a:rPr lang="en-US" dirty="0"/>
              <a:t>EXISITING SYSTEM</a:t>
            </a:r>
            <a:endParaRPr lang="en-IN" dirty="0"/>
          </a:p>
        </p:txBody>
      </p:sp>
      <p:sp>
        <p:nvSpPr>
          <p:cNvPr id="5" name="TextBox 4">
            <a:extLst>
              <a:ext uri="{FF2B5EF4-FFF2-40B4-BE49-F238E27FC236}">
                <a16:creationId xmlns:a16="http://schemas.microsoft.com/office/drawing/2014/main" id="{D2E95028-EFF9-3E90-42AA-2EFB88A76189}"/>
              </a:ext>
            </a:extLst>
          </p:cNvPr>
          <p:cNvSpPr txBox="1"/>
          <p:nvPr/>
        </p:nvSpPr>
        <p:spPr>
          <a:xfrm>
            <a:off x="484632" y="1719072"/>
            <a:ext cx="10680192" cy="3693319"/>
          </a:xfrm>
          <a:prstGeom prst="rect">
            <a:avLst/>
          </a:prstGeom>
          <a:noFill/>
        </p:spPr>
        <p:txBody>
          <a:bodyPr wrap="square">
            <a:spAutoFit/>
          </a:bodyPr>
          <a:lstStyle/>
          <a:p>
            <a:pPr marL="285750" indent="-285750" algn="just">
              <a:buFont typeface="Wingdings" panose="05000000000000000000" pitchFamily="2" charset="2"/>
              <a:buChar char="Ø"/>
            </a:pPr>
            <a:r>
              <a:rPr lang="en-IN" dirty="0"/>
              <a:t>The existing School Management System is mostly based on manual record-keeping or basic digital tools such as paper registers, spreadsheets, and standalone applications. School staff manually maintain student admissions, attendance, teacher records, examination details, fee information, and academic data. This process is time-consuming and increases the chances of human errors, duplicate records, missing information, and data inconsistency.</a:t>
            </a:r>
          </a:p>
          <a:p>
            <a:pPr marL="285750" indent="-285750">
              <a:buFont typeface="Wingdings" panose="05000000000000000000" pitchFamily="2" charset="2"/>
              <a:buChar char="Ø"/>
            </a:pPr>
            <a:endParaRPr lang="en-IN" dirty="0"/>
          </a:p>
          <a:p>
            <a:pPr marL="285750" indent="-285750" algn="just">
              <a:buFont typeface="Wingdings" panose="05000000000000000000" pitchFamily="2" charset="2"/>
              <a:buChar char="Ø"/>
            </a:pPr>
            <a:r>
              <a:rPr lang="en-IN" dirty="0"/>
              <a:t>In addition, traditional systems do not provide centralized data management, automation, or real-time access to school records. They lack features such as quick search, automatic report generation, secure data storage, online attendance management, and easy updating of student and staff information. Most existing systems also have limited scalability and do not support efficient communication between administrators, teachers, students, and parents. As a result, these limitations reduce administrative efficiency, make school management difficult, and delay decision-making in educational institutions.</a:t>
            </a:r>
          </a:p>
        </p:txBody>
      </p:sp>
    </p:spTree>
    <p:extLst>
      <p:ext uri="{BB962C8B-B14F-4D97-AF65-F5344CB8AC3E}">
        <p14:creationId xmlns:p14="http://schemas.microsoft.com/office/powerpoint/2010/main" val="3629945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E1B9C-E06D-1F23-576F-3AA80D14A079}"/>
              </a:ext>
            </a:extLst>
          </p:cNvPr>
          <p:cNvSpPr>
            <a:spLocks noGrp="1"/>
          </p:cNvSpPr>
          <p:nvPr>
            <p:ph type="title"/>
          </p:nvPr>
        </p:nvSpPr>
        <p:spPr/>
        <p:txBody>
          <a:bodyPr/>
          <a:lstStyle/>
          <a:p>
            <a:r>
              <a:rPr lang="en-US" dirty="0"/>
              <a:t>DATA FLOW DIAGRAM</a:t>
            </a:r>
            <a:endParaRPr lang="en-IN" dirty="0"/>
          </a:p>
        </p:txBody>
      </p:sp>
      <p:sp>
        <p:nvSpPr>
          <p:cNvPr id="6" name="AutoShape 8">
            <a:extLst>
              <a:ext uri="{FF2B5EF4-FFF2-40B4-BE49-F238E27FC236}">
                <a16:creationId xmlns:a16="http://schemas.microsoft.com/office/drawing/2014/main" id="{9E9B4FDB-DD8B-87DA-17ED-0F5DCA402C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4" name="Picture 3">
            <a:extLst>
              <a:ext uri="{FF2B5EF4-FFF2-40B4-BE49-F238E27FC236}">
                <a16:creationId xmlns:a16="http://schemas.microsoft.com/office/drawing/2014/main" id="{1CB16862-EA5E-1290-A22A-09CC9418D8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48256" y="2075688"/>
            <a:ext cx="6684264" cy="3621024"/>
          </a:xfrm>
          <a:prstGeom prst="rect">
            <a:avLst/>
          </a:prstGeom>
        </p:spPr>
      </p:pic>
    </p:spTree>
    <p:extLst>
      <p:ext uri="{BB962C8B-B14F-4D97-AF65-F5344CB8AC3E}">
        <p14:creationId xmlns:p14="http://schemas.microsoft.com/office/powerpoint/2010/main" val="369550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6E9FB-4564-3FD7-1881-8487BF121229}"/>
              </a:ext>
            </a:extLst>
          </p:cNvPr>
          <p:cNvSpPr>
            <a:spLocks noGrp="1"/>
          </p:cNvSpPr>
          <p:nvPr>
            <p:ph type="title"/>
          </p:nvPr>
        </p:nvSpPr>
        <p:spPr/>
        <p:txBody>
          <a:bodyPr/>
          <a:lstStyle/>
          <a:p>
            <a:r>
              <a:rPr lang="en-US" dirty="0"/>
              <a:t>SYSTEM  ARTICHITECTURE</a:t>
            </a:r>
            <a:endParaRPr lang="en-IN" dirty="0"/>
          </a:p>
        </p:txBody>
      </p:sp>
      <p:sp>
        <p:nvSpPr>
          <p:cNvPr id="9" name="AutoShape 14">
            <a:extLst>
              <a:ext uri="{FF2B5EF4-FFF2-40B4-BE49-F238E27FC236}">
                <a16:creationId xmlns:a16="http://schemas.microsoft.com/office/drawing/2014/main" id="{0601968A-5771-1D3B-566D-22DC8EB36F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 name="AutoShape 16">
            <a:extLst>
              <a:ext uri="{FF2B5EF4-FFF2-40B4-BE49-F238E27FC236}">
                <a16:creationId xmlns:a16="http://schemas.microsoft.com/office/drawing/2014/main" id="{FF83D554-9DA7-C6F8-D041-08C27382CDAC}"/>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398152A5-5DEA-F9E0-894E-6BFAD0AF1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91056" y="1911096"/>
            <a:ext cx="7562088" cy="4413504"/>
          </a:xfrm>
          <a:prstGeom prst="rect">
            <a:avLst/>
          </a:prstGeom>
        </p:spPr>
      </p:pic>
    </p:spTree>
    <p:extLst>
      <p:ext uri="{BB962C8B-B14F-4D97-AF65-F5344CB8AC3E}">
        <p14:creationId xmlns:p14="http://schemas.microsoft.com/office/powerpoint/2010/main" val="3038631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E400C-3C2A-5D66-2829-DD21BF470340}"/>
              </a:ext>
            </a:extLst>
          </p:cNvPr>
          <p:cNvSpPr>
            <a:spLocks noGrp="1"/>
          </p:cNvSpPr>
          <p:nvPr>
            <p:ph type="title"/>
          </p:nvPr>
        </p:nvSpPr>
        <p:spPr/>
        <p:txBody>
          <a:bodyPr>
            <a:normAutofit/>
          </a:bodyPr>
          <a:lstStyle/>
          <a:p>
            <a:r>
              <a:rPr lang="en-IN" sz="3200" u="sng" dirty="0"/>
              <a:t>HARDWARE AND SOFTWARE REQURIMENT</a:t>
            </a:r>
          </a:p>
        </p:txBody>
      </p:sp>
      <p:sp>
        <p:nvSpPr>
          <p:cNvPr id="4" name="TextBox 3">
            <a:extLst>
              <a:ext uri="{FF2B5EF4-FFF2-40B4-BE49-F238E27FC236}">
                <a16:creationId xmlns:a16="http://schemas.microsoft.com/office/drawing/2014/main" id="{1D01EE2E-D396-0B2C-249B-BB6557787650}"/>
              </a:ext>
            </a:extLst>
          </p:cNvPr>
          <p:cNvSpPr txBox="1"/>
          <p:nvPr/>
        </p:nvSpPr>
        <p:spPr>
          <a:xfrm>
            <a:off x="783600" y="1424874"/>
            <a:ext cx="9809922" cy="4801314"/>
          </a:xfrm>
          <a:prstGeom prst="rect">
            <a:avLst/>
          </a:prstGeom>
          <a:noFill/>
        </p:spPr>
        <p:txBody>
          <a:bodyPr wrap="square">
            <a:spAutoFit/>
          </a:bodyPr>
          <a:lstStyle/>
          <a:p>
            <a:pPr>
              <a:buNone/>
            </a:pPr>
            <a:r>
              <a:rPr lang="en-IN" b="1" dirty="0"/>
              <a:t>Hardware Requirements:</a:t>
            </a:r>
          </a:p>
          <a:p>
            <a:pPr>
              <a:buNone/>
            </a:pPr>
            <a:r>
              <a:rPr lang="en-IN" b="1" dirty="0"/>
              <a:t>Processor: </a:t>
            </a:r>
            <a:r>
              <a:rPr lang="en-IN" dirty="0"/>
              <a:t>Intel Core i3 or higher</a:t>
            </a:r>
          </a:p>
          <a:p>
            <a:pPr>
              <a:buNone/>
            </a:pPr>
            <a:r>
              <a:rPr lang="en-IN" b="1" dirty="0"/>
              <a:t>RAM: </a:t>
            </a:r>
            <a:r>
              <a:rPr lang="en-IN" dirty="0"/>
              <a:t>4 GB minimum (8 GB recommended)</a:t>
            </a:r>
          </a:p>
          <a:p>
            <a:pPr>
              <a:buNone/>
            </a:pPr>
            <a:r>
              <a:rPr lang="en-IN" b="1" dirty="0"/>
              <a:t>Storage: </a:t>
            </a:r>
            <a:r>
              <a:rPr lang="en-IN" dirty="0"/>
              <a:t>100 GB free disk space</a:t>
            </a:r>
          </a:p>
          <a:p>
            <a:pPr>
              <a:buNone/>
            </a:pPr>
            <a:r>
              <a:rPr lang="en-IN" b="1" dirty="0"/>
              <a:t>Display: </a:t>
            </a:r>
            <a:r>
              <a:rPr lang="en-IN" dirty="0"/>
              <a:t>1366 × 768 resolution</a:t>
            </a:r>
          </a:p>
          <a:p>
            <a:pPr>
              <a:buNone/>
            </a:pPr>
            <a:r>
              <a:rPr lang="en-IN" b="1" dirty="0"/>
              <a:t>Input Devices: </a:t>
            </a:r>
            <a:r>
              <a:rPr lang="en-IN" dirty="0"/>
              <a:t>Keyboard and Mouse</a:t>
            </a:r>
          </a:p>
          <a:p>
            <a:pPr>
              <a:buNone/>
            </a:pPr>
            <a:r>
              <a:rPr lang="en-IN" b="1" dirty="0"/>
              <a:t>Internet Connection: </a:t>
            </a:r>
            <a:r>
              <a:rPr lang="en-IN" dirty="0"/>
              <a:t>Required for online access, updates, and data synchronization</a:t>
            </a:r>
          </a:p>
          <a:p>
            <a:pPr>
              <a:buNone/>
            </a:pPr>
            <a:endParaRPr lang="en-IN" b="1" dirty="0"/>
          </a:p>
          <a:p>
            <a:pPr>
              <a:buNone/>
            </a:pPr>
            <a:r>
              <a:rPr lang="en-IN" b="1" dirty="0"/>
              <a:t>Software Requirements:</a:t>
            </a:r>
          </a:p>
          <a:p>
            <a:pPr>
              <a:buNone/>
            </a:pPr>
            <a:r>
              <a:rPr lang="en-IN" b="1" dirty="0"/>
              <a:t>Frontend: </a:t>
            </a:r>
            <a:r>
              <a:rPr lang="en-IN" dirty="0"/>
              <a:t>HTML5, CSS3, JavaScript</a:t>
            </a:r>
          </a:p>
          <a:p>
            <a:pPr>
              <a:buNone/>
            </a:pPr>
            <a:r>
              <a:rPr lang="en-IN" b="1" dirty="0"/>
              <a:t>Backend: </a:t>
            </a:r>
            <a:r>
              <a:rPr lang="en-IN" dirty="0"/>
              <a:t>JavaScript (Node.js with Express.js)</a:t>
            </a:r>
          </a:p>
          <a:p>
            <a:pPr>
              <a:buNone/>
            </a:pPr>
            <a:r>
              <a:rPr lang="en-IN" b="1" dirty="0"/>
              <a:t>Database: </a:t>
            </a:r>
            <a:r>
              <a:rPr lang="en-IN" dirty="0"/>
              <a:t>MySQL</a:t>
            </a:r>
          </a:p>
          <a:p>
            <a:pPr>
              <a:buNone/>
            </a:pPr>
            <a:r>
              <a:rPr lang="en-IN" b="1" dirty="0"/>
              <a:t>Operating System: </a:t>
            </a:r>
            <a:r>
              <a:rPr lang="en-IN" dirty="0"/>
              <a:t>Windows 10/11, Linux, or macOS</a:t>
            </a:r>
          </a:p>
          <a:p>
            <a:pPr>
              <a:buNone/>
            </a:pPr>
            <a:r>
              <a:rPr lang="en-IN" b="1" dirty="0"/>
              <a:t>Web Browser: </a:t>
            </a:r>
            <a:r>
              <a:rPr lang="en-IN" dirty="0"/>
              <a:t>Google Chrome, Mozilla Firefox, or Microsoft Edge</a:t>
            </a:r>
          </a:p>
          <a:p>
            <a:pPr>
              <a:buNone/>
            </a:pPr>
            <a:r>
              <a:rPr lang="en-IN" b="1" dirty="0"/>
              <a:t>Development Tool: </a:t>
            </a:r>
            <a:r>
              <a:rPr lang="en-IN" dirty="0"/>
              <a:t>Visual Studio Code (VS Code)</a:t>
            </a:r>
          </a:p>
          <a:p>
            <a:pPr>
              <a:buNone/>
            </a:pPr>
            <a:r>
              <a:rPr lang="en-IN" b="1" dirty="0"/>
              <a:t>Version Control: </a:t>
            </a:r>
            <a:r>
              <a:rPr lang="en-IN" dirty="0"/>
              <a:t>Git (Optional)</a:t>
            </a:r>
          </a:p>
          <a:p>
            <a:pPr>
              <a:buNone/>
            </a:pPr>
            <a:r>
              <a:rPr lang="en-IN" b="1" dirty="0"/>
              <a:t>Runtime Environment: </a:t>
            </a:r>
            <a:r>
              <a:rPr lang="en-IN" dirty="0"/>
              <a:t>Node.js</a:t>
            </a:r>
          </a:p>
        </p:txBody>
      </p:sp>
    </p:spTree>
    <p:extLst>
      <p:ext uri="{BB962C8B-B14F-4D97-AF65-F5344CB8AC3E}">
        <p14:creationId xmlns:p14="http://schemas.microsoft.com/office/powerpoint/2010/main" val="545766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95B3D-715E-9C75-E36C-F88AF9BCB803}"/>
              </a:ext>
            </a:extLst>
          </p:cNvPr>
          <p:cNvSpPr>
            <a:spLocks noGrp="1"/>
          </p:cNvSpPr>
          <p:nvPr>
            <p:ph type="title"/>
          </p:nvPr>
        </p:nvSpPr>
        <p:spPr/>
        <p:txBody>
          <a:bodyPr/>
          <a:lstStyle/>
          <a:p>
            <a:r>
              <a:rPr lang="en-US" dirty="0"/>
              <a:t>SCREEN SHOTS</a:t>
            </a:r>
            <a:endParaRPr lang="en-IN" dirty="0"/>
          </a:p>
        </p:txBody>
      </p:sp>
      <p:pic>
        <p:nvPicPr>
          <p:cNvPr id="7" name="Picture 6">
            <a:extLst>
              <a:ext uri="{FF2B5EF4-FFF2-40B4-BE49-F238E27FC236}">
                <a16:creationId xmlns:a16="http://schemas.microsoft.com/office/drawing/2014/main" id="{9B9A299F-4652-2E4F-21EC-3E3BF1206F41}"/>
              </a:ext>
            </a:extLst>
          </p:cNvPr>
          <p:cNvPicPr>
            <a:picLocks noChangeAspect="1"/>
          </p:cNvPicPr>
          <p:nvPr/>
        </p:nvPicPr>
        <p:blipFill>
          <a:blip r:embed="rId2"/>
          <a:stretch>
            <a:fillRect/>
          </a:stretch>
        </p:blipFill>
        <p:spPr>
          <a:xfrm>
            <a:off x="1005840" y="1724207"/>
            <a:ext cx="8823960" cy="4704025"/>
          </a:xfrm>
          <a:prstGeom prst="rect">
            <a:avLst/>
          </a:prstGeom>
        </p:spPr>
      </p:pic>
    </p:spTree>
    <p:extLst>
      <p:ext uri="{BB962C8B-B14F-4D97-AF65-F5344CB8AC3E}">
        <p14:creationId xmlns:p14="http://schemas.microsoft.com/office/powerpoint/2010/main" val="3769571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97DC4-130D-B338-13D5-6CBA554ED230}"/>
              </a:ext>
            </a:extLst>
          </p:cNvPr>
          <p:cNvSpPr>
            <a:spLocks noGrp="1"/>
          </p:cNvSpPr>
          <p:nvPr>
            <p:ph type="title"/>
          </p:nvPr>
        </p:nvSpPr>
        <p:spPr/>
        <p:txBody>
          <a:bodyPr/>
          <a:lstStyle/>
          <a:p>
            <a:r>
              <a:rPr lang="en-IN" dirty="0"/>
              <a:t>SCREEN SHOTS</a:t>
            </a:r>
          </a:p>
        </p:txBody>
      </p:sp>
      <p:pic>
        <p:nvPicPr>
          <p:cNvPr id="5" name="Picture 4">
            <a:extLst>
              <a:ext uri="{FF2B5EF4-FFF2-40B4-BE49-F238E27FC236}">
                <a16:creationId xmlns:a16="http://schemas.microsoft.com/office/drawing/2014/main" id="{7B4ED53C-ECC4-FA86-AF0B-C853BA4029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3312" y="1764792"/>
            <a:ext cx="8924544" cy="4718304"/>
          </a:xfrm>
          <a:prstGeom prst="rect">
            <a:avLst/>
          </a:prstGeom>
        </p:spPr>
      </p:pic>
    </p:spTree>
    <p:extLst>
      <p:ext uri="{BB962C8B-B14F-4D97-AF65-F5344CB8AC3E}">
        <p14:creationId xmlns:p14="http://schemas.microsoft.com/office/powerpoint/2010/main" val="2095859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0E347-DCDD-279B-216F-8BD6F00EC19F}"/>
              </a:ext>
            </a:extLst>
          </p:cNvPr>
          <p:cNvSpPr>
            <a:spLocks noGrp="1"/>
          </p:cNvSpPr>
          <p:nvPr>
            <p:ph type="title"/>
          </p:nvPr>
        </p:nvSpPr>
        <p:spPr/>
        <p:txBody>
          <a:bodyPr/>
          <a:lstStyle/>
          <a:p>
            <a:r>
              <a:rPr lang="en-IN" dirty="0"/>
              <a:t>SCREEN SHOTS</a:t>
            </a:r>
          </a:p>
        </p:txBody>
      </p:sp>
      <p:pic>
        <p:nvPicPr>
          <p:cNvPr id="4" name="Picture 3">
            <a:extLst>
              <a:ext uri="{FF2B5EF4-FFF2-40B4-BE49-F238E27FC236}">
                <a16:creationId xmlns:a16="http://schemas.microsoft.com/office/drawing/2014/main" id="{267ED8E2-4535-987F-95DC-DD9B86DFDB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2144" y="1810512"/>
            <a:ext cx="8961120" cy="4407408"/>
          </a:xfrm>
          <a:prstGeom prst="rect">
            <a:avLst/>
          </a:prstGeom>
        </p:spPr>
      </p:pic>
    </p:spTree>
    <p:extLst>
      <p:ext uri="{BB962C8B-B14F-4D97-AF65-F5344CB8AC3E}">
        <p14:creationId xmlns:p14="http://schemas.microsoft.com/office/powerpoint/2010/main" val="36781673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03A22-4C30-E4BF-88C2-3C8FF9FDE564}"/>
              </a:ext>
            </a:extLst>
          </p:cNvPr>
          <p:cNvSpPr>
            <a:spLocks noGrp="1"/>
          </p:cNvSpPr>
          <p:nvPr>
            <p:ph type="title"/>
          </p:nvPr>
        </p:nvSpPr>
        <p:spPr/>
        <p:txBody>
          <a:bodyPr/>
          <a:lstStyle/>
          <a:p>
            <a:r>
              <a:rPr lang="en-IN" dirty="0"/>
              <a:t>SCREEN SHOTS</a:t>
            </a:r>
          </a:p>
        </p:txBody>
      </p:sp>
      <p:pic>
        <p:nvPicPr>
          <p:cNvPr id="4" name="Picture 3">
            <a:extLst>
              <a:ext uri="{FF2B5EF4-FFF2-40B4-BE49-F238E27FC236}">
                <a16:creationId xmlns:a16="http://schemas.microsoft.com/office/drawing/2014/main" id="{858526EB-E2D3-61CF-CDD0-EBC7CD1A00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8136" y="1892808"/>
            <a:ext cx="9189720" cy="4123944"/>
          </a:xfrm>
          <a:prstGeom prst="rect">
            <a:avLst/>
          </a:prstGeom>
        </p:spPr>
      </p:pic>
    </p:spTree>
    <p:extLst>
      <p:ext uri="{BB962C8B-B14F-4D97-AF65-F5344CB8AC3E}">
        <p14:creationId xmlns:p14="http://schemas.microsoft.com/office/powerpoint/2010/main" val="3259707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2CDD2-BDA3-0170-7695-6BC7B96ADE86}"/>
              </a:ext>
            </a:extLst>
          </p:cNvPr>
          <p:cNvSpPr>
            <a:spLocks noGrp="1"/>
          </p:cNvSpPr>
          <p:nvPr>
            <p:ph type="title"/>
          </p:nvPr>
        </p:nvSpPr>
        <p:spPr/>
        <p:txBody>
          <a:bodyPr/>
          <a:lstStyle/>
          <a:p>
            <a:r>
              <a:rPr lang="en-IN" u="sng" dirty="0"/>
              <a:t>CONCULSION</a:t>
            </a:r>
          </a:p>
        </p:txBody>
      </p:sp>
      <p:sp>
        <p:nvSpPr>
          <p:cNvPr id="4" name="TextBox 3">
            <a:extLst>
              <a:ext uri="{FF2B5EF4-FFF2-40B4-BE49-F238E27FC236}">
                <a16:creationId xmlns:a16="http://schemas.microsoft.com/office/drawing/2014/main" id="{C44CF5C1-5CB2-DFB6-5148-5C5624D377DE}"/>
              </a:ext>
            </a:extLst>
          </p:cNvPr>
          <p:cNvSpPr txBox="1"/>
          <p:nvPr/>
        </p:nvSpPr>
        <p:spPr>
          <a:xfrm>
            <a:off x="420624" y="2039112"/>
            <a:ext cx="10844784" cy="3416320"/>
          </a:xfrm>
          <a:prstGeom prst="rect">
            <a:avLst/>
          </a:prstGeom>
          <a:noFill/>
        </p:spPr>
        <p:txBody>
          <a:bodyPr wrap="square">
            <a:spAutoFit/>
          </a:bodyPr>
          <a:lstStyle/>
          <a:p>
            <a:pPr marL="285750" indent="-285750" algn="just">
              <a:buFont typeface="Arial" panose="020B0604020202020204" pitchFamily="34" charset="0"/>
              <a:buChar char="•"/>
            </a:pPr>
            <a:r>
              <a:rPr lang="en-US" dirty="0"/>
              <a:t>The School Management System (SMS) is a simple and efficient application designed to manage school activities digitally and reduce manual paperwork.</a:t>
            </a:r>
          </a:p>
          <a:p>
            <a:pPr marL="285750" indent="-285750" algn="just">
              <a:buFont typeface="Arial" panose="020B0604020202020204" pitchFamily="34" charset="0"/>
              <a:buChar char="•"/>
            </a:pPr>
            <a:r>
              <a:rPr lang="en-US" dirty="0"/>
              <a:t>It allows administrators to manage student records, teacher details, examinations, fees, and other school information quickly and accurately.</a:t>
            </a:r>
          </a:p>
          <a:p>
            <a:pPr marL="285750" indent="-285750" algn="just">
              <a:buFont typeface="Arial" panose="020B0604020202020204" pitchFamily="34" charset="0"/>
              <a:buChar char="•"/>
            </a:pPr>
            <a:r>
              <a:rPr lang="en-US" dirty="0"/>
              <a:t>The system helps maintain student admissions, academic records, staff information, and administrative data in a secure and well-organized database.</a:t>
            </a:r>
          </a:p>
          <a:p>
            <a:pPr marL="285750" indent="-285750" algn="just">
              <a:buFont typeface="Arial" panose="020B0604020202020204" pitchFamily="34" charset="0"/>
              <a:buChar char="•"/>
            </a:pPr>
            <a:r>
              <a:rPr lang="en-US" dirty="0"/>
              <a:t>With secure login and role-based access, it ensures that only authorized users can access and manage school information, improving data security.</a:t>
            </a:r>
          </a:p>
          <a:p>
            <a:pPr marL="285750" indent="-285750" algn="just">
              <a:buFont typeface="Arial" panose="020B0604020202020204" pitchFamily="34" charset="0"/>
              <a:buChar char="•"/>
            </a:pPr>
            <a:r>
              <a:rPr lang="en-US" dirty="0"/>
              <a:t>The system improves accuracy, reduces data redundancy, saves time, and automates daily school management tasks, making operations more efficient.</a:t>
            </a:r>
          </a:p>
          <a:p>
            <a:pPr marL="285750" indent="-285750" algn="just">
              <a:buFont typeface="Arial" panose="020B0604020202020204" pitchFamily="34" charset="0"/>
              <a:buChar char="•"/>
            </a:pPr>
            <a:r>
              <a:rPr lang="en-US" dirty="0"/>
              <a:t>Overall, the School Management System enhances efficiency, transparency, and reliability, making school administration easier and improving the overall management of educational institutions.</a:t>
            </a:r>
          </a:p>
        </p:txBody>
      </p:sp>
    </p:spTree>
    <p:extLst>
      <p:ext uri="{BB962C8B-B14F-4D97-AF65-F5344CB8AC3E}">
        <p14:creationId xmlns:p14="http://schemas.microsoft.com/office/powerpoint/2010/main" val="883073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6593E-9CCE-4C44-9E3C-FD98DFA0D334}"/>
              </a:ext>
            </a:extLst>
          </p:cNvPr>
          <p:cNvSpPr>
            <a:spLocks noGrp="1"/>
          </p:cNvSpPr>
          <p:nvPr>
            <p:ph type="title"/>
          </p:nvPr>
        </p:nvSpPr>
        <p:spPr>
          <a:xfrm>
            <a:off x="684212" y="275208"/>
            <a:ext cx="11140844" cy="6098959"/>
          </a:xfrm>
        </p:spPr>
        <p:txBody>
          <a:bodyPr>
            <a:normAutofit/>
          </a:bodyPr>
          <a:lstStyle/>
          <a:p>
            <a:pPr algn="ctr"/>
            <a:r>
              <a:rPr lang="en-US" sz="2800" b="1" dirty="0">
                <a:solidFill>
                  <a:schemeClr val="tx1"/>
                </a:solidFill>
                <a:latin typeface="Calibri" panose="020F0502020204030204" pitchFamily="34" charset="0"/>
                <a:cs typeface="Calibri" panose="020F0502020204030204" pitchFamily="34" charset="0"/>
              </a:rPr>
              <a:t>THANK YOU</a:t>
            </a:r>
            <a:endParaRPr lang="en-IN" sz="2800" b="1"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29121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Clarity">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Clarity</Template>
  <TotalTime>666</TotalTime>
  <Words>1504</Words>
  <Application>Microsoft Office PowerPoint</Application>
  <PresentationFormat>Widescreen</PresentationFormat>
  <Paragraphs>98</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Times New Roman</vt:lpstr>
      <vt:lpstr>Wingdings</vt:lpstr>
      <vt:lpstr>Clarity</vt:lpstr>
      <vt:lpstr>                                                                                                  Department of Computer Science &amp; Engineering                                 SCHOOL MANAGEMENT SYSTEM                                                                                                                                                                                                                                                                                                         1. 2411CS010673(P. HARI KRISHNA)                                                                                                                                                  2. 2411CS010703(L.SHIVA NAGA SAI)                                                                                                                               3. 2411CS010704(K.ANIRUTH)                             4. 2411CS010709(P.PAVANI)                                                                                                                                                   5. 2411CS010719(K.VIJAY KUMAR)           </vt:lpstr>
      <vt:lpstr>Table of Contents</vt:lpstr>
      <vt:lpstr>ABSTRACT</vt:lpstr>
      <vt:lpstr>INTRODUCTION</vt:lpstr>
      <vt:lpstr>LIMITATION OF EXISTING SYSTEM</vt:lpstr>
      <vt:lpstr>LITERATURE SURVEY</vt:lpstr>
      <vt:lpstr>PROPOSED SYSTEM</vt:lpstr>
      <vt:lpstr>EXISITING SYSTEM</vt:lpstr>
      <vt:lpstr>DATA FLOW DIAGRAM</vt:lpstr>
      <vt:lpstr>SYSTEM  ARTICHITECTURE</vt:lpstr>
      <vt:lpstr>HARDWARE AND SOFTWARE REQURIMENT</vt:lpstr>
      <vt:lpstr>SCREEN SHOTS</vt:lpstr>
      <vt:lpstr>SCREEN SHOTS</vt:lpstr>
      <vt:lpstr>SCREEN SHOTS</vt:lpstr>
      <vt:lpstr>SCREEN SHOTS</vt:lpstr>
      <vt:lpstr>CONCULSION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TALLA PADMAVATHI COLLEGE OF Engineering                       SOMIDI, KAZIPET, WARANGAL.       Department of electronics and communication engineering   Research area : VLSI                             Specific area of research: LOW POWER VLSIDESIGN     Proposed title name of the project:                    AN APC-COM BASED LUT OPTIMIZATION FOR DSP APPLICATIONS                                                                                                                                                           Batch no.1                                                                                                                                                                  1. 18UC1A0420 (N.Sravani)                                                                                                                                                                  2.18UC1A0401 (A.Swapna)                                                                                                                                3.18UC1A0428 (T.Satvika)                                                                                                                                                               4.17UC1A0405(E.Mahesh)</dc:title>
  <dc:creator>sravani neelam</dc:creator>
  <cp:lastModifiedBy>Pavani Pendli</cp:lastModifiedBy>
  <cp:revision>42</cp:revision>
  <dcterms:created xsi:type="dcterms:W3CDTF">2021-11-21T08:56:41Z</dcterms:created>
  <dcterms:modified xsi:type="dcterms:W3CDTF">2026-07-14T14:18:06Z</dcterms:modified>
</cp:coreProperties>
</file>